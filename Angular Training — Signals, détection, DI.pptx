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24" r:id="rId2"/>
    <p:sldId id="316" r:id="rId3"/>
    <p:sldId id="305" r:id="rId4"/>
    <p:sldId id="306" r:id="rId5"/>
    <p:sldId id="325" r:id="rId6"/>
    <p:sldId id="326" r:id="rId7"/>
    <p:sldId id="317" r:id="rId8"/>
    <p:sldId id="327" r:id="rId9"/>
    <p:sldId id="328" r:id="rId10"/>
    <p:sldId id="329" r:id="rId11"/>
    <p:sldId id="315" r:id="rId12"/>
    <p:sldId id="319" r:id="rId13"/>
    <p:sldId id="314" r:id="rId14"/>
    <p:sldId id="311" r:id="rId15"/>
    <p:sldId id="309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B85"/>
    <a:srgbClr val="003B57"/>
    <a:srgbClr val="FBFBFB"/>
    <a:srgbClr val="99A7AE"/>
    <a:srgbClr val="002138"/>
    <a:srgbClr val="F28A48"/>
    <a:srgbClr val="CCD3D6"/>
    <a:srgbClr val="F2F2F2"/>
    <a:srgbClr val="F7B991"/>
    <a:srgbClr val="FAD0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9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8E82B-CF84-47DD-9984-F3DBF6F9B34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2C4D2-41E9-45D6-B3F3-CF7795AEBD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1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A74686-3EAC-1EB1-9B35-79D78D09D6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058400" y="6025790"/>
            <a:ext cx="1777042" cy="518230"/>
          </a:xfrm>
          <a:prstGeom prst="rect">
            <a:avLst/>
          </a:prstGeom>
          <a:solidFill>
            <a:srgbClr val="0021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Graphique 4">
            <a:extLst>
              <a:ext uri="{FF2B5EF4-FFF2-40B4-BE49-F238E27FC236}">
                <a16:creationId xmlns:a16="http://schemas.microsoft.com/office/drawing/2014/main" id="{82A9939F-492B-FAD2-6D59-7729568957D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767"/>
          <a:stretch/>
        </p:blipFill>
        <p:spPr>
          <a:xfrm>
            <a:off x="0" y="673467"/>
            <a:ext cx="3638528" cy="5511066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51559513-0B6F-2A71-3BF8-21AA27DE3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629" y="4228695"/>
            <a:ext cx="7533433" cy="447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F0B46B80-F745-FBD5-BCE5-31F50F95E47A}"/>
              </a:ext>
            </a:extLst>
          </p:cNvPr>
          <p:cNvSpPr txBox="1">
            <a:spLocks/>
          </p:cNvSpPr>
          <p:nvPr userDrawn="1"/>
        </p:nvSpPr>
        <p:spPr>
          <a:xfrm>
            <a:off x="9809024" y="5867047"/>
            <a:ext cx="1711463" cy="317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400">
                <a:solidFill>
                  <a:srgbClr val="99A7AE"/>
                </a:solidFill>
                <a:latin typeface="General Sans Medium" pitchFamily="50" charset="0"/>
              </a:rPr>
              <a:t>generixgroup.com</a:t>
            </a:r>
            <a:endParaRPr lang="en-US" sz="1400">
              <a:solidFill>
                <a:srgbClr val="99A7AE"/>
              </a:solidFill>
              <a:latin typeface="General Sans Medium" pitchFamily="50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FB32B5D-1A5E-2294-3413-5391CA66B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629" y="2738034"/>
            <a:ext cx="7533434" cy="138193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General Sans Semibold" pitchFamily="50" charset="0"/>
              </a:defRPr>
            </a:lvl1pPr>
          </a:lstStyle>
          <a:p>
            <a:endParaRPr lang="en-US"/>
          </a:p>
        </p:txBody>
      </p:sp>
      <p:pic>
        <p:nvPicPr>
          <p:cNvPr id="26" name="Graphique 25">
            <a:extLst>
              <a:ext uri="{FF2B5EF4-FFF2-40B4-BE49-F238E27FC236}">
                <a16:creationId xmlns:a16="http://schemas.microsoft.com/office/drawing/2014/main" id="{05F5E320-A434-D06B-A653-82C384CD56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7111" y="673467"/>
            <a:ext cx="2313376" cy="51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52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3F5B9-D952-E157-068C-4511055A54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16" y="512763"/>
            <a:ext cx="10934496" cy="9001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rgbClr val="002138"/>
                </a:solidFill>
              </a:defRPr>
            </a:lvl1pPr>
          </a:lstStyle>
          <a:p>
            <a:r>
              <a:rPr lang="fr-FR" err="1"/>
              <a:t>Summary</a:t>
            </a:r>
            <a:endParaRPr lang="en-US"/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95AFD78F-F1F9-364E-6220-DF44ACC9AEA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33616" y="1695575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01</a:t>
            </a:r>
            <a:endParaRPr lang="fr-FR"/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D8C1AE95-CBF0-F922-A48F-5A20505D51B3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384918" y="1595142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CE60F5BA-EE5B-D6AF-DB9F-B6F6E3B0DB4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33616" y="2543106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02</a:t>
            </a:r>
            <a:endParaRPr lang="fr-FR"/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CC264301-CB57-D2E7-EB9E-6D915D60A8D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1384918" y="2442673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34B14224-452D-8214-361D-17265BA2D97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3616" y="3396586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03</a:t>
            </a:r>
            <a:endParaRPr lang="fr-FR"/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F008D72D-82E5-7B16-B8D3-E8DD5CD364CE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384918" y="3296153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4286682C-4CC8-D7E0-3615-5477D353110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3616" y="4250066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04</a:t>
            </a:r>
            <a:endParaRPr lang="fr-FR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B909A968-B6AC-03FA-FA66-1BBFD611015F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1384918" y="4149633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45EB41EA-9717-48F1-9D6D-B1406FB2C8A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3616" y="5103546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05</a:t>
            </a:r>
            <a:endParaRPr lang="fr-FR"/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EEE1E5BD-0FBE-B64A-110D-905DFC00FB8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384918" y="5003113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56BB0D16-922B-7E2C-507D-9CF44B862E8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105728" y="1695575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06</a:t>
            </a:r>
            <a:endParaRPr lang="fr-FR"/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BC79FE76-1718-36F2-DDB0-86708A3DEDFF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837574" y="1595142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DED99BF0-986B-EC70-171E-485C87E7E82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105728" y="2543106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07</a:t>
            </a:r>
            <a:endParaRPr lang="fr-FR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C885B0D1-401A-646E-9B51-E0D6F1E84D68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6837574" y="2442673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73191706-BA36-1D28-F2FF-98B5F6D6EB7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105728" y="3396586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08</a:t>
            </a:r>
            <a:endParaRPr lang="fr-FR"/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FC091B0C-F8F1-5700-948F-C2F6EF739646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6837574" y="3296153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86B72776-29DA-2CFA-19B9-0BF9611C933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105728" y="4250066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09</a:t>
            </a:r>
            <a:endParaRPr lang="fr-FR"/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6A28064-EB2A-5768-C068-4485DC231623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6837574" y="4149633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3E40442B-3A78-30FF-C506-DCBB4D12F6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105728" y="5103546"/>
            <a:ext cx="722118" cy="363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2700" b="1">
                <a:solidFill>
                  <a:srgbClr val="F28A48"/>
                </a:solidFill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10</a:t>
            </a:r>
            <a:endParaRPr lang="fr-FR"/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CDCA4EE0-2A70-5924-71C2-7282BB534551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6837574" y="5003113"/>
            <a:ext cx="3367347" cy="5648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Tx/>
              <a:buNone/>
              <a:defRPr sz="1500" b="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43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noir, capture d’écran, astronomie&#10;&#10;Description générée automatiquement">
            <a:extLst>
              <a:ext uri="{FF2B5EF4-FFF2-40B4-BE49-F238E27FC236}">
                <a16:creationId xmlns:a16="http://schemas.microsoft.com/office/drawing/2014/main" id="{6B4C6B1F-A8A7-88C1-59E5-77916F67B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Espace réservé du texte 6">
            <a:extLst>
              <a:ext uri="{FF2B5EF4-FFF2-40B4-BE49-F238E27FC236}">
                <a16:creationId xmlns:a16="http://schemas.microsoft.com/office/drawing/2014/main" id="{5CB59B88-1167-06C2-235E-24C5B75B36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514" y="1438754"/>
            <a:ext cx="850861" cy="100102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4000">
                <a:solidFill>
                  <a:srgbClr val="667B85"/>
                </a:solidFill>
                <a:latin typeface="General Sans Medium" pitchFamily="50" charset="0"/>
              </a:defRPr>
            </a:lvl1pPr>
          </a:lstStyle>
          <a:p>
            <a:pPr lvl="0"/>
            <a:r>
              <a:rPr lang="fr-FR"/>
              <a:t>01</a:t>
            </a:r>
            <a:endParaRPr lang="en-US"/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CD2E6BF2-35E8-65E4-038C-F9F467E108B9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400357" y="2131609"/>
            <a:ext cx="2609386" cy="2609386"/>
          </a:xfrm>
          <a:prstGeom prst="ellipse">
            <a:avLst/>
          </a:prstGeom>
          <a:solidFill>
            <a:schemeClr val="tx2"/>
          </a:solidFill>
          <a:effectLst/>
        </p:spPr>
        <p:txBody>
          <a:bodyPr anchor="ctr" anchorCtr="0"/>
          <a:lstStyle>
            <a:lvl1pPr marL="0" indent="0" algn="ctr">
              <a:buNone/>
              <a:defRPr sz="23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4E8EBFD3-B226-BCE1-1E59-13F37459FF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646779"/>
            <a:ext cx="7140575" cy="1401346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  <a:latin typeface="General Sans Semibold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BABDD273-8890-63A2-3F8E-B35D471A018E}"/>
              </a:ext>
            </a:extLst>
          </p:cNvPr>
          <p:cNvGrpSpPr>
            <a:grpSpLocks/>
          </p:cNvGrpSpPr>
          <p:nvPr userDrawn="1"/>
        </p:nvGrpSpPr>
        <p:grpSpPr>
          <a:xfrm>
            <a:off x="10570580" y="6262958"/>
            <a:ext cx="980726" cy="219419"/>
            <a:chOff x="640694" y="6262958"/>
            <a:chExt cx="980726" cy="219419"/>
          </a:xfrm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BA08ED99-FE60-DBCC-B7F3-5C290D51C8D1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C81365DF-79CF-D82D-E9F9-7D14229D31A3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9248E077-99E4-A5D3-CD7E-EF46D39B077F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4774E6C9-C58D-4149-8CBF-01BF76C1ACBD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BCF33BF6-755F-CD1A-3FB1-A3042FF86A6E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D5716C5E-B4CA-77EC-0A62-EBB2C59DD2BD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00F32849-7E7B-9584-5DD9-0D93B0C5BEC8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7ABF63D7-8920-E416-6F1C-B215638048F9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50DA39DB-FF71-D3EB-8BD4-593DC1B7482E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EC78B555-462B-87C4-6E77-188F7DC5A7C4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6A07DAD-A4C9-6A63-EB71-0D97AFBA7212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958E2435-B6DB-3C7B-CCA2-08D3E7B00AA5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B1FA47A4-461E-AC60-B409-E63AA067E791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183F9B5-7906-5E7D-88DE-A76BB293FF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4069858"/>
            <a:ext cx="3719512" cy="67113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solidFill>
                  <a:schemeClr val="accent1">
                    <a:lumMod val="60000"/>
                    <a:lumOff val="40000"/>
                  </a:schemeClr>
                </a:solidFill>
                <a:latin typeface="General Sans Medium" pitchFamily="50" charset="0"/>
              </a:defRPr>
            </a:lvl1pPr>
          </a:lstStyle>
          <a:p>
            <a:pPr lvl="0"/>
            <a:r>
              <a:rPr lang="fr-FR"/>
              <a:t>Sous-titre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9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bleu, espace, Bleu Majorelle, capture d’écran&#10;&#10;Description générée automatiquement">
            <a:extLst>
              <a:ext uri="{FF2B5EF4-FFF2-40B4-BE49-F238E27FC236}">
                <a16:creationId xmlns:a16="http://schemas.microsoft.com/office/drawing/2014/main" id="{B2D864F5-1ECF-2143-3A3B-10B81D32D7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Groupe 21">
            <a:extLst>
              <a:ext uri="{FF2B5EF4-FFF2-40B4-BE49-F238E27FC236}">
                <a16:creationId xmlns:a16="http://schemas.microsoft.com/office/drawing/2014/main" id="{BABDD273-8890-63A2-3F8E-B35D471A018E}"/>
              </a:ext>
            </a:extLst>
          </p:cNvPr>
          <p:cNvGrpSpPr>
            <a:grpSpLocks/>
          </p:cNvGrpSpPr>
          <p:nvPr userDrawn="1"/>
        </p:nvGrpSpPr>
        <p:grpSpPr>
          <a:xfrm>
            <a:off x="10570580" y="6262958"/>
            <a:ext cx="980726" cy="219419"/>
            <a:chOff x="640694" y="6262958"/>
            <a:chExt cx="980726" cy="219419"/>
          </a:xfrm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BA08ED99-FE60-DBCC-B7F3-5C290D51C8D1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C81365DF-79CF-D82D-E9F9-7D14229D31A3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9248E077-99E4-A5D3-CD7E-EF46D39B077F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4774E6C9-C58D-4149-8CBF-01BF76C1ACBD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BCF33BF6-755F-CD1A-3FB1-A3042FF86A6E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D5716C5E-B4CA-77EC-0A62-EBB2C59DD2BD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00F32849-7E7B-9584-5DD9-0D93B0C5BEC8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7ABF63D7-8920-E416-6F1C-B215638048F9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50DA39DB-FF71-D3EB-8BD4-593DC1B7482E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EC78B555-462B-87C4-6E77-188F7DC5A7C4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D6A07DAD-A4C9-6A63-EB71-0D97AFBA7212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958E2435-B6DB-3C7B-CCA2-08D3E7B00AA5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B1FA47A4-461E-AC60-B409-E63AA067E791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419EF173-5533-B4B8-F29A-F82CD803B4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9" y="2660795"/>
            <a:ext cx="5830700" cy="1536409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General Sans Semibold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5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space réservé pour une image  28">
            <a:extLst>
              <a:ext uri="{FF2B5EF4-FFF2-40B4-BE49-F238E27FC236}">
                <a16:creationId xmlns:a16="http://schemas.microsoft.com/office/drawing/2014/main" id="{47DDCDD4-57D7-EC51-16D8-98321461A6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5" r="25005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tx1">
              <a:alpha val="26000"/>
            </a:schemeClr>
          </a:solidFill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2B203F4-2165-602C-07CF-22E3EEBD2B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86947" y="1"/>
            <a:ext cx="6105053" cy="6857999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 21" descr="Une image contenant capture d’écran, ligne, noir, noir et blanc&#10;&#10;Description générée automatiquement">
            <a:extLst>
              <a:ext uri="{FF2B5EF4-FFF2-40B4-BE49-F238E27FC236}">
                <a16:creationId xmlns:a16="http://schemas.microsoft.com/office/drawing/2014/main" id="{FE979AF0-BB4C-60B5-4591-422DD2F370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08" y="1692490"/>
            <a:ext cx="7570273" cy="3473018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4E8EBFD3-B226-BCE1-1E59-13F37459FF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151" y="579710"/>
            <a:ext cx="4739479" cy="49605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General Sans Semibold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B0C2A18-F212-23C3-A8D6-DA45EDD09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153" y="1221894"/>
            <a:ext cx="4739480" cy="8641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B7C54790-831F-B616-A1C8-947164A86D1D}"/>
              </a:ext>
            </a:extLst>
          </p:cNvPr>
          <p:cNvGrpSpPr>
            <a:grpSpLocks/>
          </p:cNvGrpSpPr>
          <p:nvPr userDrawn="1"/>
        </p:nvGrpSpPr>
        <p:grpSpPr>
          <a:xfrm>
            <a:off x="10570580" y="6262958"/>
            <a:ext cx="980726" cy="219419"/>
            <a:chOff x="640694" y="6262958"/>
            <a:chExt cx="980726" cy="219419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FF4563E6-744A-4ED0-E470-01FF6725AD63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8DFF5E59-AE6F-01B5-084D-6E8F20C62A30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DD7794D-2A91-9B0E-23AC-3E2C149705F8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3DDB8588-C557-88FF-F387-B720F7AC095E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D4A73EC4-6BD1-2352-FC73-7345F0B91DB2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FCAF79FC-73B9-DA66-8235-03C5F4E7BF55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59B55125-3C2E-0CA8-221C-115D3E8B31A8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6475F4DC-388B-48DC-196C-D660576DD458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27D335BC-3BC4-F6AD-E0BB-AB14952E9112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9545AC91-7334-3DBA-1E2D-DADBB0D13DB5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6323FDCC-EF16-74FC-641C-2C29F612E13D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E7ADEA52-1252-76DA-20C9-6A062B1DA0CE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D63311A1-2105-1BF4-011B-EED05CA53F6D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6B82AF-1343-5ACA-E5A3-6026B18F38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53" y="2532480"/>
            <a:ext cx="4739479" cy="49605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General Sans Semibold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3DBFEF03-7731-6EFD-D9DA-34E326A2BAE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23153" y="3174664"/>
            <a:ext cx="4739480" cy="8641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9BD0F0E7-7DB2-A189-9C5C-1AEE108F5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152" y="4431258"/>
            <a:ext cx="4739479" cy="49605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General Sans Semibold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</a:t>
            </a:r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016DFAEF-485B-8805-62CE-D3E3577F8488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23152" y="5073442"/>
            <a:ext cx="4739480" cy="8641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0632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68AFCF-36ED-7C82-60B2-4A811D9D6D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671491" y="6141099"/>
            <a:ext cx="1400175" cy="390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Espace réservé pour une image  28">
            <a:extLst>
              <a:ext uri="{FF2B5EF4-FFF2-40B4-BE49-F238E27FC236}">
                <a16:creationId xmlns:a16="http://schemas.microsoft.com/office/drawing/2014/main" id="{0E8785EB-935A-AF92-4CD0-9A4C235F02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5" r="25005"/>
          <a:stretch/>
        </p:blipFill>
        <p:spPr>
          <a:xfrm>
            <a:off x="0" y="0"/>
            <a:ext cx="6096000" cy="6857999"/>
          </a:xfrm>
          <a:prstGeom prst="rect">
            <a:avLst/>
          </a:prstGeom>
          <a:solidFill>
            <a:schemeClr val="tx1">
              <a:alpha val="26000"/>
            </a:schemeClr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BA555E-86A7-7CD8-7B2D-82B4D682DE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6105053" cy="6857999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 21" descr="Une image contenant capture d’écran, ligne, noir, noir et blanc&#10;&#10;Description générée automatiquement">
            <a:extLst>
              <a:ext uri="{FF2B5EF4-FFF2-40B4-BE49-F238E27FC236}">
                <a16:creationId xmlns:a16="http://schemas.microsoft.com/office/drawing/2014/main" id="{FE979AF0-BB4C-60B5-4591-422DD2F370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2319916" y="1692490"/>
            <a:ext cx="7570273" cy="347301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312086-4160-8E52-0278-3107A0748374}"/>
              </a:ext>
            </a:extLst>
          </p:cNvPr>
          <p:cNvSpPr/>
          <p:nvPr/>
        </p:nvSpPr>
        <p:spPr>
          <a:xfrm>
            <a:off x="6824374" y="972490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63" name="Rectangle: Rounded Corners 6">
            <a:extLst>
              <a:ext uri="{FF2B5EF4-FFF2-40B4-BE49-F238E27FC236}">
                <a16:creationId xmlns:a16="http://schemas.microsoft.com/office/drawing/2014/main" id="{E52D109E-0302-A378-7FC4-712A4709E583}"/>
              </a:ext>
            </a:extLst>
          </p:cNvPr>
          <p:cNvSpPr/>
          <p:nvPr userDrawn="1"/>
        </p:nvSpPr>
        <p:spPr>
          <a:xfrm>
            <a:off x="8415916" y="972490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64" name="Rectangle: Rounded Corners 6">
            <a:extLst>
              <a:ext uri="{FF2B5EF4-FFF2-40B4-BE49-F238E27FC236}">
                <a16:creationId xmlns:a16="http://schemas.microsoft.com/office/drawing/2014/main" id="{28595A15-7EF3-4C30-2EEC-E16B746948BD}"/>
              </a:ext>
            </a:extLst>
          </p:cNvPr>
          <p:cNvSpPr/>
          <p:nvPr userDrawn="1"/>
        </p:nvSpPr>
        <p:spPr>
          <a:xfrm>
            <a:off x="10007458" y="972490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65" name="Rectangle: Rounded Corners 6">
            <a:extLst>
              <a:ext uri="{FF2B5EF4-FFF2-40B4-BE49-F238E27FC236}">
                <a16:creationId xmlns:a16="http://schemas.microsoft.com/office/drawing/2014/main" id="{F924340B-BFA9-2D64-C575-F33A71B54158}"/>
              </a:ext>
            </a:extLst>
          </p:cNvPr>
          <p:cNvSpPr/>
          <p:nvPr userDrawn="1"/>
        </p:nvSpPr>
        <p:spPr>
          <a:xfrm>
            <a:off x="6832748" y="2538735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66" name="Rectangle: Rounded Corners 6">
            <a:extLst>
              <a:ext uri="{FF2B5EF4-FFF2-40B4-BE49-F238E27FC236}">
                <a16:creationId xmlns:a16="http://schemas.microsoft.com/office/drawing/2014/main" id="{0CAEC135-06CE-6378-9188-1CB2EC33A672}"/>
              </a:ext>
            </a:extLst>
          </p:cNvPr>
          <p:cNvSpPr/>
          <p:nvPr userDrawn="1"/>
        </p:nvSpPr>
        <p:spPr>
          <a:xfrm>
            <a:off x="8424290" y="2538735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67" name="Rectangle: Rounded Corners 6">
            <a:extLst>
              <a:ext uri="{FF2B5EF4-FFF2-40B4-BE49-F238E27FC236}">
                <a16:creationId xmlns:a16="http://schemas.microsoft.com/office/drawing/2014/main" id="{E85B4581-4C80-4A90-F9B4-B91EFE4DECCF}"/>
              </a:ext>
            </a:extLst>
          </p:cNvPr>
          <p:cNvSpPr/>
          <p:nvPr userDrawn="1"/>
        </p:nvSpPr>
        <p:spPr>
          <a:xfrm>
            <a:off x="10015832" y="2538735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68" name="Rectangle: Rounded Corners 6">
            <a:extLst>
              <a:ext uri="{FF2B5EF4-FFF2-40B4-BE49-F238E27FC236}">
                <a16:creationId xmlns:a16="http://schemas.microsoft.com/office/drawing/2014/main" id="{48FE876F-73D4-409A-326A-3E33A31D0D56}"/>
              </a:ext>
            </a:extLst>
          </p:cNvPr>
          <p:cNvSpPr/>
          <p:nvPr userDrawn="1"/>
        </p:nvSpPr>
        <p:spPr>
          <a:xfrm>
            <a:off x="6824374" y="4104979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69" name="Rectangle: Rounded Corners 6">
            <a:extLst>
              <a:ext uri="{FF2B5EF4-FFF2-40B4-BE49-F238E27FC236}">
                <a16:creationId xmlns:a16="http://schemas.microsoft.com/office/drawing/2014/main" id="{B587A4C7-6049-CC39-2626-AF6638FCA1D1}"/>
              </a:ext>
            </a:extLst>
          </p:cNvPr>
          <p:cNvSpPr/>
          <p:nvPr userDrawn="1"/>
        </p:nvSpPr>
        <p:spPr>
          <a:xfrm>
            <a:off x="8415916" y="4104979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70" name="Rectangle: Rounded Corners 6">
            <a:extLst>
              <a:ext uri="{FF2B5EF4-FFF2-40B4-BE49-F238E27FC236}">
                <a16:creationId xmlns:a16="http://schemas.microsoft.com/office/drawing/2014/main" id="{8C00119B-A2A0-D1F6-E578-71D5138C4A69}"/>
              </a:ext>
            </a:extLst>
          </p:cNvPr>
          <p:cNvSpPr/>
          <p:nvPr userDrawn="1"/>
        </p:nvSpPr>
        <p:spPr>
          <a:xfrm>
            <a:off x="10007458" y="4104979"/>
            <a:ext cx="1440000" cy="1440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/>
          </a:p>
        </p:txBody>
      </p:sp>
      <p:sp>
        <p:nvSpPr>
          <p:cNvPr id="71" name="Espace réservé du texte 3">
            <a:extLst>
              <a:ext uri="{FF2B5EF4-FFF2-40B4-BE49-F238E27FC236}">
                <a16:creationId xmlns:a16="http://schemas.microsoft.com/office/drawing/2014/main" id="{4F50A520-7A02-4BE8-1A9B-82D7703249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9" y="2176642"/>
            <a:ext cx="4970087" cy="2504713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General Sans Semibold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2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D185856E-4009-05C7-8D01-9A14B612CB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1975077"/>
            <a:ext cx="5710237" cy="344412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err="1"/>
              <a:t>Quote</a:t>
            </a:r>
            <a:r>
              <a:rPr lang="fr-FR"/>
              <a:t>: </a:t>
            </a:r>
            <a:r>
              <a:rPr lang="fr-FR" err="1"/>
              <a:t>lorem</a:t>
            </a:r>
            <a:r>
              <a:rPr lang="fr-FR"/>
              <a:t> ipsum</a:t>
            </a:r>
            <a:br>
              <a:rPr lang="en-US"/>
            </a:b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amet</a:t>
            </a:r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106594F-9775-D8F8-9D7D-118921999E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995" y="3413878"/>
            <a:ext cx="4751171" cy="3444122"/>
          </a:xfrm>
          <a:prstGeom prst="rect">
            <a:avLst/>
          </a:prstGeom>
        </p:spPr>
      </p:pic>
      <p:pic>
        <p:nvPicPr>
          <p:cNvPr id="5" name="Image 4" descr="Une image contenant noir, capture d’écran, obscurité, Graphique&#10;&#10;Description générée automatiquement">
            <a:extLst>
              <a:ext uri="{FF2B5EF4-FFF2-40B4-BE49-F238E27FC236}">
                <a16:creationId xmlns:a16="http://schemas.microsoft.com/office/drawing/2014/main" id="{D8DFE316-88B7-2981-BBF9-933EEC9D6B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9315"/>
          <a:stretch/>
        </p:blipFill>
        <p:spPr>
          <a:xfrm rot="16200000">
            <a:off x="1402096" y="-755537"/>
            <a:ext cx="1933048" cy="344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1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405994F2-0F6E-6DD7-8DAF-6611A8A3CD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8" y="3443590"/>
            <a:ext cx="7478908" cy="250635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General Sans Semibold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2E336F0A-94CB-AE69-492B-A116FF872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9981" y="512763"/>
            <a:ext cx="2718132" cy="2685644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F22E3DBB-644A-CA2F-6A16-0890B8E0E19D}"/>
              </a:ext>
            </a:extLst>
          </p:cNvPr>
          <p:cNvGrpSpPr>
            <a:grpSpLocks/>
          </p:cNvGrpSpPr>
          <p:nvPr userDrawn="1"/>
        </p:nvGrpSpPr>
        <p:grpSpPr>
          <a:xfrm>
            <a:off x="10570580" y="6262958"/>
            <a:ext cx="980726" cy="219419"/>
            <a:chOff x="640694" y="6262958"/>
            <a:chExt cx="980726" cy="219419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B9B79CBE-6EA2-98F0-7885-9F8D1357DA03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F6315C8D-A7D7-CC35-0271-48E571182B6D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1E35A790-3614-E950-12AA-A99507C9970D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4B8B72A6-4A15-8239-35DF-6BFCF7636442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02A84718-C36E-876B-C2E3-ADB204BADA2D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29BA575E-4D76-9209-5828-E9A380ADABC9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ADBC24DE-75C9-6382-5300-11F978230AD1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6A757843-3C5F-077F-1F7C-B392282A1CA9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99C58E58-14E3-667D-2717-9A97730B947A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71B549CD-902F-766D-3608-4104E9E1FFFE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E11D8837-BB6E-5BCC-CA5E-747F430899AC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27C08618-23B6-C4E5-1745-2E0206C0058D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6D91F685-3633-FAEB-D8F7-BFE5601C3AFB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04908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02F9A53A-850E-D985-A7F3-101B692DCB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8" y="3004512"/>
            <a:ext cx="4621166" cy="213852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/>
          </a:p>
        </p:txBody>
      </p:sp>
      <p:sp>
        <p:nvSpPr>
          <p:cNvPr id="9" name="Espace réservé pour une image  2">
            <a:extLst>
              <a:ext uri="{FF2B5EF4-FFF2-40B4-BE49-F238E27FC236}">
                <a16:creationId xmlns:a16="http://schemas.microsoft.com/office/drawing/2014/main" id="{F16F71DB-53E4-5C68-F6A4-EE2DB00977C3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096001" y="512762"/>
            <a:ext cx="5472112" cy="5437188"/>
          </a:xfrm>
          <a:prstGeom prst="roundRect">
            <a:avLst>
              <a:gd name="adj" fmla="val 4171"/>
            </a:avLst>
          </a:prstGeom>
          <a:solidFill>
            <a:schemeClr val="tx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69471E6-A994-E2C9-44AE-74C5B92A6F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65631"/>
            <a:ext cx="2950104" cy="2138529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3FB0EE01-99A0-04CF-1879-12C6F5F253E6}"/>
              </a:ext>
            </a:extLst>
          </p:cNvPr>
          <p:cNvGrpSpPr>
            <a:grpSpLocks/>
          </p:cNvGrpSpPr>
          <p:nvPr userDrawn="1"/>
        </p:nvGrpSpPr>
        <p:grpSpPr>
          <a:xfrm>
            <a:off x="10570580" y="6262958"/>
            <a:ext cx="980726" cy="219419"/>
            <a:chOff x="640694" y="6262958"/>
            <a:chExt cx="980726" cy="219419"/>
          </a:xfrm>
        </p:grpSpPr>
        <p:sp>
          <p:nvSpPr>
            <p:cNvPr id="3" name="Forme libre : forme 2">
              <a:extLst>
                <a:ext uri="{FF2B5EF4-FFF2-40B4-BE49-F238E27FC236}">
                  <a16:creationId xmlns:a16="http://schemas.microsoft.com/office/drawing/2014/main" id="{B77D46D2-1AE1-9449-9EAC-DBDFDD440A5E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E3A53C53-B05B-6881-021A-1C28E1B94878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669C410-B4FF-6DA8-82E3-F8F01F3EF562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E425F29F-58CB-AF2F-2CAF-46B40BA6EDF9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52504467-C56E-7DC1-6266-6FB5E5675A40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38FEAE08-AC0C-FD3D-1CB2-B5BD3BB88879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F0586664-BAEE-EEE8-0A90-07019E076328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8FC0FAB0-9A07-E539-9BCA-14FE4AEBEAD2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AF1B88B7-EAF6-2D33-655F-C1687C97C876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9910E4C3-8861-CD90-0E5F-36EF9562B7EB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96388687-E647-C74F-4C54-A262AB0B5D46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3B8A59E8-C523-9132-B73F-94CCEF67B6EC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61ED2E83-9326-C708-8138-58B44D0B3DE7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61613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3F5B9-D952-E157-068C-4511055A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3" y="521701"/>
            <a:ext cx="10941172" cy="89117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eneral Sans Semibold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4D1077A4-CB11-8888-ECA7-FFFBDF2B46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97289"/>
            <a:ext cx="10957977" cy="3552661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et </a:t>
            </a:r>
            <a:r>
              <a:rPr lang="fr-FR" err="1"/>
              <a:t>lectus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. Nunc porta, </a:t>
            </a:r>
            <a:r>
              <a:rPr lang="fr-FR" err="1"/>
              <a:t>quam</a:t>
            </a:r>
            <a:r>
              <a:rPr lang="fr-FR"/>
              <a:t> non consequat pretium, ipsum nunc rhoncus </a:t>
            </a:r>
            <a:r>
              <a:rPr lang="fr-FR" err="1"/>
              <a:t>arcu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porta erat </a:t>
            </a:r>
            <a:r>
              <a:rPr lang="fr-FR" err="1"/>
              <a:t>arcu</a:t>
            </a:r>
            <a:r>
              <a:rPr lang="fr-FR"/>
              <a:t> in mi. </a:t>
            </a:r>
            <a:r>
              <a:rPr lang="fr-FR" err="1"/>
              <a:t>Phasellus</a:t>
            </a:r>
            <a:r>
              <a:rPr lang="fr-FR"/>
              <a:t> ut </a:t>
            </a:r>
            <a:r>
              <a:rPr lang="fr-FR" err="1"/>
              <a:t>condimentum</a:t>
            </a:r>
            <a:r>
              <a:rPr lang="fr-FR"/>
              <a:t> </a:t>
            </a:r>
            <a:r>
              <a:rPr lang="fr-FR" err="1"/>
              <a:t>quam</a:t>
            </a:r>
            <a:r>
              <a:rPr lang="fr-FR"/>
              <a:t>. </a:t>
            </a:r>
            <a:r>
              <a:rPr lang="fr-FR" err="1"/>
              <a:t>Aliquam</a:t>
            </a:r>
            <a:r>
              <a:rPr lang="fr-FR"/>
              <a:t> libero ipsum,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ac</a:t>
            </a:r>
            <a:r>
              <a:rPr lang="fr-FR"/>
              <a:t> </a:t>
            </a:r>
            <a:r>
              <a:rPr lang="fr-FR" err="1"/>
              <a:t>lacus</a:t>
            </a:r>
            <a:r>
              <a:rPr lang="fr-FR"/>
              <a:t> </a:t>
            </a:r>
            <a:r>
              <a:rPr lang="fr-FR" err="1"/>
              <a:t>eget</a:t>
            </a:r>
            <a:r>
              <a:rPr lang="fr-FR"/>
              <a:t>, </a:t>
            </a:r>
            <a:r>
              <a:rPr lang="fr-FR" err="1"/>
              <a:t>pellentesque</a:t>
            </a:r>
            <a:r>
              <a:rPr lang="fr-FR"/>
              <a:t> </a:t>
            </a:r>
            <a:r>
              <a:rPr lang="fr-FR" err="1"/>
              <a:t>accumsan</a:t>
            </a:r>
            <a:r>
              <a:rPr lang="fr-FR"/>
              <a:t> </a:t>
            </a:r>
            <a:r>
              <a:rPr lang="fr-FR" err="1"/>
              <a:t>mauris</a:t>
            </a:r>
            <a:r>
              <a:rPr lang="fr-FR"/>
              <a:t>. Sed eu </a:t>
            </a:r>
            <a:r>
              <a:rPr lang="fr-FR" err="1"/>
              <a:t>lorem</a:t>
            </a:r>
            <a:r>
              <a:rPr lang="fr-FR"/>
              <a:t> erat. </a:t>
            </a:r>
            <a:r>
              <a:rPr lang="fr-FR" err="1"/>
              <a:t>Donec</a:t>
            </a:r>
            <a:r>
              <a:rPr lang="fr-FR"/>
              <a:t> </a:t>
            </a:r>
            <a:r>
              <a:rPr lang="fr-FR" err="1"/>
              <a:t>facilisis</a:t>
            </a:r>
            <a:r>
              <a:rPr lang="fr-FR"/>
              <a:t> </a:t>
            </a:r>
            <a:r>
              <a:rPr lang="fr-FR" err="1"/>
              <a:t>suscipit</a:t>
            </a:r>
            <a:r>
              <a:rPr lang="fr-FR"/>
              <a:t> </a:t>
            </a:r>
            <a:r>
              <a:rPr lang="fr-FR" err="1"/>
              <a:t>ligula</a:t>
            </a:r>
            <a:r>
              <a:rPr lang="fr-FR"/>
              <a:t>, nec </a:t>
            </a:r>
            <a:r>
              <a:rPr lang="fr-FR" err="1"/>
              <a:t>suscipit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</a:t>
            </a:r>
            <a:r>
              <a:rPr lang="fr-FR" err="1"/>
              <a:t>blandit</a:t>
            </a:r>
            <a:r>
              <a:rPr lang="fr-FR"/>
              <a:t> et. In </a:t>
            </a:r>
            <a:r>
              <a:rPr lang="fr-FR" err="1"/>
              <a:t>fringilla</a:t>
            </a:r>
            <a:r>
              <a:rPr lang="fr-FR"/>
              <a:t> tristique massa. </a:t>
            </a:r>
            <a:r>
              <a:rPr lang="fr-FR" err="1"/>
              <a:t>Donec</a:t>
            </a:r>
            <a:r>
              <a:rPr lang="fr-FR"/>
              <a:t> ante </a:t>
            </a:r>
            <a:r>
              <a:rPr lang="fr-FR" err="1"/>
              <a:t>metus</a:t>
            </a:r>
            <a:r>
              <a:rPr lang="fr-FR"/>
              <a:t>, bibendum nec </a:t>
            </a:r>
            <a:r>
              <a:rPr lang="fr-FR" err="1"/>
              <a:t>maximus</a:t>
            </a:r>
            <a:r>
              <a:rPr lang="fr-FR"/>
              <a:t> </a:t>
            </a:r>
            <a:r>
              <a:rPr lang="fr-FR" err="1"/>
              <a:t>vel</a:t>
            </a:r>
            <a:r>
              <a:rPr lang="fr-FR"/>
              <a:t>, </a:t>
            </a:r>
            <a:r>
              <a:rPr lang="fr-FR" err="1"/>
              <a:t>tincidunt</a:t>
            </a:r>
            <a:r>
              <a:rPr lang="fr-FR"/>
              <a:t> at </a:t>
            </a:r>
            <a:r>
              <a:rPr lang="fr-FR" err="1"/>
              <a:t>ligula</a:t>
            </a:r>
            <a:r>
              <a:rPr lang="fr-FR"/>
              <a:t>. </a:t>
            </a:r>
            <a:r>
              <a:rPr lang="fr-FR" err="1"/>
              <a:t>Nulla</a:t>
            </a:r>
            <a:r>
              <a:rPr lang="fr-FR"/>
              <a:t> et ex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 </a:t>
            </a:r>
            <a:r>
              <a:rPr lang="fr-FR" err="1"/>
              <a:t>neque</a:t>
            </a:r>
            <a:r>
              <a:rPr lang="fr-FR"/>
              <a:t> </a:t>
            </a:r>
            <a:r>
              <a:rPr lang="fr-FR" err="1"/>
              <a:t>vestibulum</a:t>
            </a:r>
            <a:r>
              <a:rPr lang="fr-FR"/>
              <a:t> </a:t>
            </a:r>
            <a:r>
              <a:rPr lang="fr-FR" err="1"/>
              <a:t>sollicitudin</a:t>
            </a:r>
            <a:r>
              <a:rPr lang="fr-FR"/>
              <a:t> </a:t>
            </a:r>
            <a:r>
              <a:rPr lang="fr-FR" err="1"/>
              <a:t>ullamcorper</a:t>
            </a:r>
            <a:r>
              <a:rPr lang="fr-FR"/>
              <a:t> et </a:t>
            </a:r>
            <a:r>
              <a:rPr lang="fr-FR" err="1"/>
              <a:t>urna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ac</a:t>
            </a:r>
            <a:r>
              <a:rPr lang="fr-FR"/>
              <a:t>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leo</a:t>
            </a:r>
            <a:r>
              <a:rPr lang="fr-FR"/>
              <a:t>. </a:t>
            </a:r>
            <a:r>
              <a:rPr lang="fr-FR" err="1"/>
              <a:t>Vivamus</a:t>
            </a:r>
            <a:r>
              <a:rPr lang="fr-FR"/>
              <a:t> </a:t>
            </a:r>
            <a:r>
              <a:rPr lang="fr-FR" err="1"/>
              <a:t>viverra</a:t>
            </a:r>
            <a:r>
              <a:rPr lang="fr-FR"/>
              <a:t> </a:t>
            </a:r>
            <a:r>
              <a:rPr lang="fr-FR" err="1"/>
              <a:t>luctus</a:t>
            </a:r>
            <a:r>
              <a:rPr lang="fr-FR"/>
              <a:t> diam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gravida</a:t>
            </a:r>
            <a:r>
              <a:rPr lang="fr-FR"/>
              <a:t>.</a:t>
            </a: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F9140A94-A45A-A74E-1464-95F2A8D520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8" y="1844675"/>
            <a:ext cx="10957977" cy="377742"/>
          </a:xfrm>
        </p:spPr>
        <p:txBody>
          <a:bodyPr anchor="t" anchorCtr="0"/>
          <a:lstStyle>
            <a:lvl1pPr marL="0" indent="0">
              <a:buNone/>
              <a:defRPr>
                <a:solidFill>
                  <a:schemeClr val="accent1"/>
                </a:solidFill>
                <a:latin typeface="General Sans Medium" pitchFamily="50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  <a:endParaRPr lang="en-US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C5AC087D-6646-8AA6-62B6-0AB7576852F7}"/>
              </a:ext>
            </a:extLst>
          </p:cNvPr>
          <p:cNvGrpSpPr>
            <a:grpSpLocks/>
          </p:cNvGrpSpPr>
          <p:nvPr userDrawn="1"/>
        </p:nvGrpSpPr>
        <p:grpSpPr>
          <a:xfrm>
            <a:off x="10570580" y="6262958"/>
            <a:ext cx="980726" cy="219419"/>
            <a:chOff x="640694" y="6262958"/>
            <a:chExt cx="980726" cy="219419"/>
          </a:xfrm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9E057AE6-91D4-3545-2A93-6D1302A2935B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A2C3ED25-877C-9F22-0FCB-EE8D880B7A46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FCCD6A76-A322-40A4-9EFC-A523796FBC1D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F2D6A8C3-451B-4CD6-CA9E-25F606CA6E0E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C0AA7A89-C4B3-D90C-2867-79E3A164AAB8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BA36ACA7-38CB-A826-A51F-6F928F0835AA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35CA4DC8-31D2-BE44-01C3-A3C66270EAD6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1F29FABD-4B58-5581-872D-C20A00F194C1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AE4FA6E7-9A05-0D3F-D55E-245388A00042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063CFA95-7B87-0705-9759-CDE84EB4EBB6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5669E651-EC4C-E31E-09F2-299249ED7C6E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193E1EFE-5EBD-967C-635F-EDF8ADFAFDDA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236E159E-A967-2E9A-4252-B8FF124F5216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6263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3F5B9-D952-E157-068C-4511055A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3" y="521701"/>
            <a:ext cx="10941172" cy="89117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eneral Sans Semibold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4D1077A4-CB11-8888-ECA7-FFFBDF2B46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235572"/>
            <a:ext cx="6368583" cy="668640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err="1"/>
              <a:t>Maecenas</a:t>
            </a:r>
            <a:r>
              <a:rPr lang="fr-FR"/>
              <a:t> commodo </a:t>
            </a:r>
            <a:r>
              <a:rPr lang="fr-FR" err="1"/>
              <a:t>sollicitudin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. In </a:t>
            </a:r>
            <a:r>
              <a:rPr lang="fr-FR" err="1"/>
              <a:t>lorem</a:t>
            </a:r>
            <a:r>
              <a:rPr lang="fr-FR"/>
              <a:t> magna, pulvinar </a:t>
            </a:r>
            <a:r>
              <a:rPr lang="fr-FR" err="1"/>
              <a:t>faucibus</a:t>
            </a:r>
            <a:r>
              <a:rPr lang="fr-FR"/>
              <a:t> </a:t>
            </a:r>
            <a:r>
              <a:rPr lang="fr-FR" err="1"/>
              <a:t>condimentum</a:t>
            </a:r>
            <a:r>
              <a:rPr lang="fr-FR"/>
              <a:t> non, </a:t>
            </a:r>
            <a:r>
              <a:rPr lang="fr-FR" err="1"/>
              <a:t>vestibulum</a:t>
            </a:r>
            <a:r>
              <a:rPr lang="fr-FR"/>
              <a:t> a ante. </a:t>
            </a: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F9140A94-A45A-A74E-1464-95F2A8D520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1844675"/>
            <a:ext cx="4701147" cy="377742"/>
          </a:xfrm>
        </p:spPr>
        <p:txBody>
          <a:bodyPr anchor="t" anchorCtr="0"/>
          <a:lstStyle>
            <a:lvl1pPr marL="0" indent="0">
              <a:buNone/>
              <a:defRPr>
                <a:solidFill>
                  <a:schemeClr val="accent1"/>
                </a:solidFill>
                <a:latin typeface="General Sans Semibold" pitchFamily="50" charset="0"/>
              </a:defRPr>
            </a:lvl1pPr>
          </a:lstStyle>
          <a:p>
            <a:pPr lvl="0"/>
            <a:r>
              <a:rPr lang="fr-FR"/>
              <a:t>Lorem</a:t>
            </a:r>
            <a:endParaRPr lang="en-US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C5AC087D-6646-8AA6-62B6-0AB7576852F7}"/>
              </a:ext>
            </a:extLst>
          </p:cNvPr>
          <p:cNvGrpSpPr>
            <a:grpSpLocks/>
          </p:cNvGrpSpPr>
          <p:nvPr userDrawn="1"/>
        </p:nvGrpSpPr>
        <p:grpSpPr>
          <a:xfrm>
            <a:off x="10570580" y="6262958"/>
            <a:ext cx="980726" cy="219419"/>
            <a:chOff x="640694" y="6262958"/>
            <a:chExt cx="980726" cy="219419"/>
          </a:xfrm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9E057AE6-91D4-3545-2A93-6D1302A2935B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A2C3ED25-877C-9F22-0FCB-EE8D880B7A46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FCCD6A76-A322-40A4-9EFC-A523796FBC1D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F2D6A8C3-451B-4CD6-CA9E-25F606CA6E0E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C0AA7A89-C4B3-D90C-2867-79E3A164AAB8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BA36ACA7-38CB-A826-A51F-6F928F0835AA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35CA4DC8-31D2-BE44-01C3-A3C66270EAD6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1F29FABD-4B58-5581-872D-C20A00F194C1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AE4FA6E7-9A05-0D3F-D55E-245388A00042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063CFA95-7B87-0705-9759-CDE84EB4EBB6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5669E651-EC4C-E31E-09F2-299249ED7C6E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193E1EFE-5EBD-967C-635F-EDF8ADFAFDDA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236E159E-A967-2E9A-4252-B8FF124F5216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7342A6BA-E09B-50A7-7F3F-673387F343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693" y="3630667"/>
            <a:ext cx="6368583" cy="668640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err="1"/>
              <a:t>Maecenas</a:t>
            </a:r>
            <a:r>
              <a:rPr lang="fr-FR"/>
              <a:t> commodo </a:t>
            </a:r>
            <a:r>
              <a:rPr lang="fr-FR" err="1"/>
              <a:t>sollicitudin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. In </a:t>
            </a:r>
            <a:r>
              <a:rPr lang="fr-FR" err="1"/>
              <a:t>lorem</a:t>
            </a:r>
            <a:r>
              <a:rPr lang="fr-FR"/>
              <a:t> magna, pulvinar </a:t>
            </a:r>
            <a:r>
              <a:rPr lang="fr-FR" err="1"/>
              <a:t>faucibus</a:t>
            </a:r>
            <a:r>
              <a:rPr lang="fr-FR"/>
              <a:t> </a:t>
            </a:r>
            <a:r>
              <a:rPr lang="fr-FR" err="1"/>
              <a:t>condimentum</a:t>
            </a:r>
            <a:r>
              <a:rPr lang="fr-FR"/>
              <a:t> non, </a:t>
            </a:r>
            <a:r>
              <a:rPr lang="fr-FR" err="1"/>
              <a:t>vestibulum</a:t>
            </a:r>
            <a:r>
              <a:rPr lang="fr-FR"/>
              <a:t> a ante. 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CAE6C84B-62AD-90CA-0CED-D48C6BBB42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693" y="3229621"/>
            <a:ext cx="4701147" cy="377742"/>
          </a:xfrm>
        </p:spPr>
        <p:txBody>
          <a:bodyPr anchor="t" anchorCtr="0"/>
          <a:lstStyle>
            <a:lvl1pPr marL="0" indent="0">
              <a:buNone/>
              <a:defRPr>
                <a:solidFill>
                  <a:schemeClr val="accent1"/>
                </a:solidFill>
                <a:latin typeface="General Sans Semibold" pitchFamily="50" charset="0"/>
              </a:defRPr>
            </a:lvl1pPr>
          </a:lstStyle>
          <a:p>
            <a:pPr lvl="0"/>
            <a:r>
              <a:rPr lang="fr-FR"/>
              <a:t>Lorem</a:t>
            </a:r>
            <a:endParaRPr lang="en-US"/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91F4DEED-534B-C515-80DC-F180B00ADE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693" y="5025762"/>
            <a:ext cx="6368583" cy="668640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err="1"/>
              <a:t>Maecenas</a:t>
            </a:r>
            <a:r>
              <a:rPr lang="fr-FR"/>
              <a:t> commodo </a:t>
            </a:r>
            <a:r>
              <a:rPr lang="fr-FR" err="1"/>
              <a:t>sollicitudin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. In </a:t>
            </a:r>
            <a:r>
              <a:rPr lang="fr-FR" err="1"/>
              <a:t>lorem</a:t>
            </a:r>
            <a:r>
              <a:rPr lang="fr-FR"/>
              <a:t> magna, pulvinar </a:t>
            </a:r>
            <a:r>
              <a:rPr lang="fr-FR" err="1"/>
              <a:t>faucibus</a:t>
            </a:r>
            <a:r>
              <a:rPr lang="fr-FR"/>
              <a:t> </a:t>
            </a:r>
            <a:r>
              <a:rPr lang="fr-FR" err="1"/>
              <a:t>condimentum</a:t>
            </a:r>
            <a:r>
              <a:rPr lang="fr-FR"/>
              <a:t> non, </a:t>
            </a:r>
            <a:r>
              <a:rPr lang="fr-FR" err="1"/>
              <a:t>vestibulum</a:t>
            </a:r>
            <a:r>
              <a:rPr lang="fr-FR"/>
              <a:t> a ante. </a:t>
            </a:r>
          </a:p>
        </p:txBody>
      </p:sp>
      <p:sp>
        <p:nvSpPr>
          <p:cNvPr id="11" name="Espace réservé du texte 13">
            <a:extLst>
              <a:ext uri="{FF2B5EF4-FFF2-40B4-BE49-F238E27FC236}">
                <a16:creationId xmlns:a16="http://schemas.microsoft.com/office/drawing/2014/main" id="{43EDE3D8-ACA9-A701-7840-A70C696934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693" y="4624716"/>
            <a:ext cx="4701147" cy="377742"/>
          </a:xfrm>
        </p:spPr>
        <p:txBody>
          <a:bodyPr anchor="t" anchorCtr="0"/>
          <a:lstStyle>
            <a:lvl1pPr marL="0" indent="0">
              <a:buNone/>
              <a:defRPr>
                <a:solidFill>
                  <a:schemeClr val="accent1"/>
                </a:solidFill>
                <a:latin typeface="General Sans Semibold" pitchFamily="50" charset="0"/>
              </a:defRPr>
            </a:lvl1pPr>
          </a:lstStyle>
          <a:p>
            <a:pPr lvl="0"/>
            <a:r>
              <a:rPr lang="fr-FR"/>
              <a:t>Lorem</a:t>
            </a:r>
            <a:endParaRPr lang="en-US"/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AC52F625-F5F1-DB24-1DC9-909D2608DCFA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7467600" y="1844675"/>
            <a:ext cx="4114265" cy="3849728"/>
          </a:xfrm>
          <a:prstGeom prst="roundRect">
            <a:avLst>
              <a:gd name="adj" fmla="val 4171"/>
            </a:avLst>
          </a:prstGeom>
          <a:solidFill>
            <a:srgbClr val="003B57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96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728EA816-730A-58BA-D208-FF4A4AC1C05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767"/>
          <a:stretch/>
        </p:blipFill>
        <p:spPr>
          <a:xfrm flipH="1">
            <a:off x="8553472" y="673467"/>
            <a:ext cx="3638528" cy="551106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313F5B9-D952-E157-068C-4511055A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3" y="521701"/>
            <a:ext cx="10941172" cy="89117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eneral Sans Semibold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4D1077A4-CB11-8888-ECA7-FFFBDF2B46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35600" y="4069984"/>
            <a:ext cx="2520000" cy="1812553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err="1"/>
              <a:t>Maecenas</a:t>
            </a:r>
            <a:r>
              <a:rPr lang="fr-FR"/>
              <a:t> commodo </a:t>
            </a:r>
            <a:r>
              <a:rPr lang="fr-FR" err="1"/>
              <a:t>sollicitudin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. In </a:t>
            </a:r>
            <a:r>
              <a:rPr lang="fr-FR" err="1"/>
              <a:t>lorem</a:t>
            </a:r>
            <a:r>
              <a:rPr lang="fr-FR"/>
              <a:t> magna, pulvinar </a:t>
            </a:r>
            <a:r>
              <a:rPr lang="fr-FR" err="1"/>
              <a:t>faucibus</a:t>
            </a:r>
            <a:r>
              <a:rPr lang="fr-FR"/>
              <a:t> </a:t>
            </a:r>
            <a:r>
              <a:rPr lang="fr-FR" err="1"/>
              <a:t>condimentum</a:t>
            </a:r>
            <a:r>
              <a:rPr lang="fr-FR"/>
              <a:t> non, </a:t>
            </a:r>
            <a:r>
              <a:rPr lang="fr-FR" err="1"/>
              <a:t>vestibulum</a:t>
            </a:r>
            <a:r>
              <a:rPr lang="fr-FR"/>
              <a:t> a ante. 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C5AC087D-6646-8AA6-62B6-0AB7576852F7}"/>
              </a:ext>
            </a:extLst>
          </p:cNvPr>
          <p:cNvGrpSpPr>
            <a:grpSpLocks/>
          </p:cNvGrpSpPr>
          <p:nvPr userDrawn="1"/>
        </p:nvGrpSpPr>
        <p:grpSpPr>
          <a:xfrm>
            <a:off x="10570580" y="6262958"/>
            <a:ext cx="980726" cy="219419"/>
            <a:chOff x="640694" y="6262958"/>
            <a:chExt cx="980726" cy="219419"/>
          </a:xfrm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9E057AE6-91D4-3545-2A93-6D1302A2935B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A2C3ED25-877C-9F22-0FCB-EE8D880B7A46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FCCD6A76-A322-40A4-9EFC-A523796FBC1D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F2D6A8C3-451B-4CD6-CA9E-25F606CA6E0E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C0AA7A89-C4B3-D90C-2867-79E3A164AAB8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BA36ACA7-38CB-A826-A51F-6F928F0835AA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35CA4DC8-31D2-BE44-01C3-A3C66270EAD6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 : forme 28">
              <a:extLst>
                <a:ext uri="{FF2B5EF4-FFF2-40B4-BE49-F238E27FC236}">
                  <a16:creationId xmlns:a16="http://schemas.microsoft.com/office/drawing/2014/main" id="{1F29FABD-4B58-5581-872D-C20A00F194C1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AE4FA6E7-9A05-0D3F-D55E-245388A00042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063CFA95-7B87-0705-9759-CDE84EB4EBB6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5669E651-EC4C-E31E-09F2-299249ED7C6E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193E1EFE-5EBD-967C-635F-EDF8ADFAFDDA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236E159E-A967-2E9A-4252-B8FF124F5216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23D9858D-2725-6E0A-9E11-F20BB4B70DBA}"/>
              </a:ext>
            </a:extLst>
          </p:cNvPr>
          <p:cNvSpPr>
            <a:spLocks noGrp="1" noChangeAspect="1"/>
          </p:cNvSpPr>
          <p:nvPr>
            <p:ph type="pic" idx="19"/>
          </p:nvPr>
        </p:nvSpPr>
        <p:spPr>
          <a:xfrm>
            <a:off x="1815600" y="1713752"/>
            <a:ext cx="2160000" cy="2160000"/>
          </a:xfrm>
          <a:prstGeom prst="roundRect">
            <a:avLst>
              <a:gd name="adj" fmla="val 50000"/>
            </a:avLst>
          </a:prstGeom>
          <a:solidFill>
            <a:srgbClr val="003B57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DE2EA62-AC67-85D9-A4B6-91B2D779BE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36000" y="4071102"/>
            <a:ext cx="2520000" cy="1812553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err="1"/>
              <a:t>Maecenas</a:t>
            </a:r>
            <a:r>
              <a:rPr lang="fr-FR"/>
              <a:t> commodo </a:t>
            </a:r>
            <a:r>
              <a:rPr lang="fr-FR" err="1"/>
              <a:t>sollicitudin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. In </a:t>
            </a:r>
            <a:r>
              <a:rPr lang="fr-FR" err="1"/>
              <a:t>lorem</a:t>
            </a:r>
            <a:r>
              <a:rPr lang="fr-FR"/>
              <a:t> magna, pulvinar </a:t>
            </a:r>
            <a:r>
              <a:rPr lang="fr-FR" err="1"/>
              <a:t>faucibus</a:t>
            </a:r>
            <a:r>
              <a:rPr lang="fr-FR"/>
              <a:t> </a:t>
            </a:r>
            <a:r>
              <a:rPr lang="fr-FR" err="1"/>
              <a:t>condimentum</a:t>
            </a:r>
            <a:r>
              <a:rPr lang="fr-FR"/>
              <a:t> non, </a:t>
            </a:r>
            <a:r>
              <a:rPr lang="fr-FR" err="1"/>
              <a:t>vestibulum</a:t>
            </a:r>
            <a:r>
              <a:rPr lang="fr-FR"/>
              <a:t> a ante. </a:t>
            </a:r>
          </a:p>
        </p:txBody>
      </p:sp>
      <p:sp>
        <p:nvSpPr>
          <p:cNvPr id="15" name="Espace réservé pour une image  2">
            <a:extLst>
              <a:ext uri="{FF2B5EF4-FFF2-40B4-BE49-F238E27FC236}">
                <a16:creationId xmlns:a16="http://schemas.microsoft.com/office/drawing/2014/main" id="{35CA1574-60D9-0F18-4130-ADC03D79668B}"/>
              </a:ext>
            </a:extLst>
          </p:cNvPr>
          <p:cNvSpPr>
            <a:spLocks noGrp="1" noChangeAspect="1"/>
          </p:cNvSpPr>
          <p:nvPr>
            <p:ph type="pic" idx="21"/>
          </p:nvPr>
        </p:nvSpPr>
        <p:spPr>
          <a:xfrm>
            <a:off x="5016000" y="1714870"/>
            <a:ext cx="2160000" cy="2160000"/>
          </a:xfrm>
          <a:prstGeom prst="roundRect">
            <a:avLst>
              <a:gd name="adj" fmla="val 50000"/>
            </a:avLst>
          </a:prstGeom>
          <a:solidFill>
            <a:srgbClr val="003B57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8D264054-DBDD-8D2C-5332-0A00D248EB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36400" y="4069984"/>
            <a:ext cx="2520000" cy="1812553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err="1"/>
              <a:t>Maecenas</a:t>
            </a:r>
            <a:r>
              <a:rPr lang="fr-FR"/>
              <a:t> commodo </a:t>
            </a:r>
            <a:r>
              <a:rPr lang="fr-FR" err="1"/>
              <a:t>sollicitudin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. In </a:t>
            </a:r>
            <a:r>
              <a:rPr lang="fr-FR" err="1"/>
              <a:t>lorem</a:t>
            </a:r>
            <a:r>
              <a:rPr lang="fr-FR"/>
              <a:t> magna, pulvinar </a:t>
            </a:r>
            <a:r>
              <a:rPr lang="fr-FR" err="1"/>
              <a:t>faucibus</a:t>
            </a:r>
            <a:r>
              <a:rPr lang="fr-FR"/>
              <a:t> </a:t>
            </a:r>
            <a:r>
              <a:rPr lang="fr-FR" err="1"/>
              <a:t>condimentum</a:t>
            </a:r>
            <a:r>
              <a:rPr lang="fr-FR"/>
              <a:t> non, </a:t>
            </a:r>
            <a:r>
              <a:rPr lang="fr-FR" err="1"/>
              <a:t>vestibulum</a:t>
            </a:r>
            <a:r>
              <a:rPr lang="fr-FR"/>
              <a:t> a ante. </a:t>
            </a:r>
          </a:p>
        </p:txBody>
      </p:sp>
      <p:sp>
        <p:nvSpPr>
          <p:cNvPr id="17" name="Espace réservé pour une image  2">
            <a:extLst>
              <a:ext uri="{FF2B5EF4-FFF2-40B4-BE49-F238E27FC236}">
                <a16:creationId xmlns:a16="http://schemas.microsoft.com/office/drawing/2014/main" id="{C17297F7-2614-7A88-3BB5-9AB7B563E46C}"/>
              </a:ext>
            </a:extLst>
          </p:cNvPr>
          <p:cNvSpPr>
            <a:spLocks noGrp="1" noChangeAspect="1"/>
          </p:cNvSpPr>
          <p:nvPr>
            <p:ph type="pic" idx="23"/>
          </p:nvPr>
        </p:nvSpPr>
        <p:spPr>
          <a:xfrm>
            <a:off x="8216400" y="1713752"/>
            <a:ext cx="2160000" cy="2160000"/>
          </a:xfrm>
          <a:prstGeom prst="roundRect">
            <a:avLst>
              <a:gd name="adj" fmla="val 50000"/>
            </a:avLst>
          </a:prstGeom>
          <a:solidFill>
            <a:srgbClr val="003B57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19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3F5B9-D952-E157-068C-4511055A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3" y="521701"/>
            <a:ext cx="10941172" cy="89117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138"/>
                </a:solidFill>
                <a:latin typeface="General Sans Semibold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4D1077A4-CB11-8888-ECA7-FFFBDF2B46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2397289"/>
            <a:ext cx="10957977" cy="3552661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rgbClr val="002138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et </a:t>
            </a:r>
            <a:r>
              <a:rPr lang="fr-FR" err="1"/>
              <a:t>lectus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. Nunc porta, </a:t>
            </a:r>
            <a:r>
              <a:rPr lang="fr-FR" err="1"/>
              <a:t>quam</a:t>
            </a:r>
            <a:r>
              <a:rPr lang="fr-FR"/>
              <a:t> non consequat pretium, ipsum nunc rhoncus </a:t>
            </a:r>
            <a:r>
              <a:rPr lang="fr-FR" err="1"/>
              <a:t>arcu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porta erat </a:t>
            </a:r>
            <a:r>
              <a:rPr lang="fr-FR" err="1"/>
              <a:t>arcu</a:t>
            </a:r>
            <a:r>
              <a:rPr lang="fr-FR"/>
              <a:t> in mi. </a:t>
            </a:r>
            <a:r>
              <a:rPr lang="fr-FR" err="1"/>
              <a:t>Phasellus</a:t>
            </a:r>
            <a:r>
              <a:rPr lang="fr-FR"/>
              <a:t> ut </a:t>
            </a:r>
            <a:r>
              <a:rPr lang="fr-FR" err="1"/>
              <a:t>condimentum</a:t>
            </a:r>
            <a:r>
              <a:rPr lang="fr-FR"/>
              <a:t> </a:t>
            </a:r>
            <a:r>
              <a:rPr lang="fr-FR" err="1"/>
              <a:t>quam</a:t>
            </a:r>
            <a:r>
              <a:rPr lang="fr-FR"/>
              <a:t>. </a:t>
            </a:r>
            <a:r>
              <a:rPr lang="fr-FR" err="1"/>
              <a:t>Aliquam</a:t>
            </a:r>
            <a:r>
              <a:rPr lang="fr-FR"/>
              <a:t> libero ipsum,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ac</a:t>
            </a:r>
            <a:r>
              <a:rPr lang="fr-FR"/>
              <a:t> </a:t>
            </a:r>
            <a:r>
              <a:rPr lang="fr-FR" err="1"/>
              <a:t>lacus</a:t>
            </a:r>
            <a:r>
              <a:rPr lang="fr-FR"/>
              <a:t> </a:t>
            </a:r>
            <a:r>
              <a:rPr lang="fr-FR" err="1"/>
              <a:t>eget</a:t>
            </a:r>
            <a:r>
              <a:rPr lang="fr-FR"/>
              <a:t>, </a:t>
            </a:r>
            <a:r>
              <a:rPr lang="fr-FR" err="1"/>
              <a:t>pellentesque</a:t>
            </a:r>
            <a:r>
              <a:rPr lang="fr-FR"/>
              <a:t> </a:t>
            </a:r>
            <a:r>
              <a:rPr lang="fr-FR" err="1"/>
              <a:t>accumsan</a:t>
            </a:r>
            <a:r>
              <a:rPr lang="fr-FR"/>
              <a:t> </a:t>
            </a:r>
            <a:r>
              <a:rPr lang="fr-FR" err="1"/>
              <a:t>mauris</a:t>
            </a:r>
            <a:r>
              <a:rPr lang="fr-FR"/>
              <a:t>. Sed eu </a:t>
            </a:r>
            <a:r>
              <a:rPr lang="fr-FR" err="1"/>
              <a:t>lorem</a:t>
            </a:r>
            <a:r>
              <a:rPr lang="fr-FR"/>
              <a:t> erat. </a:t>
            </a:r>
            <a:r>
              <a:rPr lang="fr-FR" err="1"/>
              <a:t>Donec</a:t>
            </a:r>
            <a:r>
              <a:rPr lang="fr-FR"/>
              <a:t> </a:t>
            </a:r>
            <a:r>
              <a:rPr lang="fr-FR" err="1"/>
              <a:t>facilisis</a:t>
            </a:r>
            <a:r>
              <a:rPr lang="fr-FR"/>
              <a:t> </a:t>
            </a:r>
            <a:r>
              <a:rPr lang="fr-FR" err="1"/>
              <a:t>suscipit</a:t>
            </a:r>
            <a:r>
              <a:rPr lang="fr-FR"/>
              <a:t> </a:t>
            </a:r>
            <a:r>
              <a:rPr lang="fr-FR" err="1"/>
              <a:t>ligula</a:t>
            </a:r>
            <a:r>
              <a:rPr lang="fr-FR"/>
              <a:t>, nec </a:t>
            </a:r>
            <a:r>
              <a:rPr lang="fr-FR" err="1"/>
              <a:t>suscipit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</a:t>
            </a:r>
            <a:r>
              <a:rPr lang="fr-FR" err="1"/>
              <a:t>blandit</a:t>
            </a:r>
            <a:r>
              <a:rPr lang="fr-FR"/>
              <a:t> et. In </a:t>
            </a:r>
            <a:r>
              <a:rPr lang="fr-FR" err="1"/>
              <a:t>fringilla</a:t>
            </a:r>
            <a:r>
              <a:rPr lang="fr-FR"/>
              <a:t> tristique massa. </a:t>
            </a:r>
            <a:r>
              <a:rPr lang="fr-FR" err="1"/>
              <a:t>Donec</a:t>
            </a:r>
            <a:r>
              <a:rPr lang="fr-FR"/>
              <a:t> ante </a:t>
            </a:r>
            <a:r>
              <a:rPr lang="fr-FR" err="1"/>
              <a:t>metus</a:t>
            </a:r>
            <a:r>
              <a:rPr lang="fr-FR"/>
              <a:t>, bibendum nec </a:t>
            </a:r>
            <a:r>
              <a:rPr lang="fr-FR" err="1"/>
              <a:t>maximus</a:t>
            </a:r>
            <a:r>
              <a:rPr lang="fr-FR"/>
              <a:t> </a:t>
            </a:r>
            <a:r>
              <a:rPr lang="fr-FR" err="1"/>
              <a:t>vel</a:t>
            </a:r>
            <a:r>
              <a:rPr lang="fr-FR"/>
              <a:t>, </a:t>
            </a:r>
            <a:r>
              <a:rPr lang="fr-FR" err="1"/>
              <a:t>tincidunt</a:t>
            </a:r>
            <a:r>
              <a:rPr lang="fr-FR"/>
              <a:t> at </a:t>
            </a:r>
            <a:r>
              <a:rPr lang="fr-FR" err="1"/>
              <a:t>ligula</a:t>
            </a:r>
            <a:r>
              <a:rPr lang="fr-FR"/>
              <a:t>. </a:t>
            </a:r>
            <a:r>
              <a:rPr lang="fr-FR" err="1"/>
              <a:t>Nulla</a:t>
            </a:r>
            <a:r>
              <a:rPr lang="fr-FR"/>
              <a:t> et ex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 </a:t>
            </a:r>
            <a:r>
              <a:rPr lang="fr-FR" err="1"/>
              <a:t>neque</a:t>
            </a:r>
            <a:r>
              <a:rPr lang="fr-FR"/>
              <a:t> </a:t>
            </a:r>
            <a:r>
              <a:rPr lang="fr-FR" err="1"/>
              <a:t>vestibulum</a:t>
            </a:r>
            <a:r>
              <a:rPr lang="fr-FR"/>
              <a:t> </a:t>
            </a:r>
            <a:r>
              <a:rPr lang="fr-FR" err="1"/>
              <a:t>sollicitudin</a:t>
            </a:r>
            <a:r>
              <a:rPr lang="fr-FR"/>
              <a:t> </a:t>
            </a:r>
            <a:r>
              <a:rPr lang="fr-FR" err="1"/>
              <a:t>ullamcorper</a:t>
            </a:r>
            <a:r>
              <a:rPr lang="fr-FR"/>
              <a:t> et </a:t>
            </a:r>
            <a:r>
              <a:rPr lang="fr-FR" err="1"/>
              <a:t>urna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ac</a:t>
            </a:r>
            <a:r>
              <a:rPr lang="fr-FR"/>
              <a:t>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leo</a:t>
            </a:r>
            <a:r>
              <a:rPr lang="fr-FR"/>
              <a:t>. </a:t>
            </a:r>
            <a:r>
              <a:rPr lang="fr-FR" err="1"/>
              <a:t>Vivamus</a:t>
            </a:r>
            <a:r>
              <a:rPr lang="fr-FR"/>
              <a:t> </a:t>
            </a:r>
            <a:r>
              <a:rPr lang="fr-FR" err="1"/>
              <a:t>viverra</a:t>
            </a:r>
            <a:r>
              <a:rPr lang="fr-FR"/>
              <a:t> </a:t>
            </a:r>
            <a:r>
              <a:rPr lang="fr-FR" err="1"/>
              <a:t>luctus</a:t>
            </a:r>
            <a:r>
              <a:rPr lang="fr-FR"/>
              <a:t> diam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gravida</a:t>
            </a:r>
            <a:r>
              <a:rPr lang="fr-FR"/>
              <a:t>.</a:t>
            </a: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F9140A94-A45A-A74E-1464-95F2A8D520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8" y="1844675"/>
            <a:ext cx="10957977" cy="377742"/>
          </a:xfrm>
        </p:spPr>
        <p:txBody>
          <a:bodyPr anchor="t" anchorCtr="0"/>
          <a:lstStyle>
            <a:lvl1pPr marL="0" indent="0">
              <a:buNone/>
              <a:defRPr>
                <a:solidFill>
                  <a:schemeClr val="accent1"/>
                </a:solidFill>
                <a:latin typeface="General Sans Medium" pitchFamily="50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36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3F5B9-D952-E157-068C-4511055A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3" y="521701"/>
            <a:ext cx="10941172" cy="89117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138"/>
                </a:solidFill>
                <a:latin typeface="General Sans Semibold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71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77E8C086-36E2-58F1-461D-64ADE9EE5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512762"/>
            <a:ext cx="10944225" cy="90011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General Sans Semibold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298133F4-269C-3904-0318-768573C80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886" y="1844675"/>
            <a:ext cx="5220000" cy="1584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rgbClr val="002138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5F3BDB5-02D5-0D7E-9CFB-5EB9E2A8396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348112" y="1844675"/>
            <a:ext cx="5220000" cy="4105274"/>
          </a:xfrm>
          <a:prstGeom prst="roundRect">
            <a:avLst>
              <a:gd name="adj" fmla="val 533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02138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Image</a:t>
            </a:r>
            <a:endParaRPr lang="en-US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E4082418-7973-BC67-A4C0-D2D3C3400BD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0693" y="3860800"/>
            <a:ext cx="5203193" cy="2089150"/>
          </a:xfrm>
          <a:prstGeom prst="rect">
            <a:avLst/>
          </a:prstGeom>
        </p:spPr>
        <p:txBody>
          <a:bodyPr/>
          <a:lstStyle>
            <a:lvl1pPr marL="144000" indent="-144000">
              <a:buFont typeface="Arial" panose="020B0604020202020204" pitchFamily="34" charset="0"/>
              <a:buChar char="•"/>
              <a:defRPr sz="1800" b="0">
                <a:solidFill>
                  <a:srgbClr val="002138"/>
                </a:solidFill>
                <a:latin typeface="+mj-lt"/>
              </a:defRPr>
            </a:lvl1pPr>
            <a:lvl2pPr marL="360000" indent="-144000">
              <a:buFont typeface="Arial" panose="020B0604020202020204" pitchFamily="34" charset="0"/>
              <a:buChar char="•"/>
              <a:defRPr sz="1600" b="0">
                <a:solidFill>
                  <a:srgbClr val="002138"/>
                </a:solidFill>
                <a:latin typeface="+mj-lt"/>
              </a:defRPr>
            </a:lvl2pPr>
            <a:lvl3pPr marL="576000" indent="-144000">
              <a:buFont typeface="Arial" panose="020B0604020202020204" pitchFamily="34" charset="0"/>
              <a:buChar char="•"/>
              <a:defRPr sz="1400">
                <a:solidFill>
                  <a:srgbClr val="002138"/>
                </a:solidFill>
                <a:latin typeface="+mj-lt"/>
              </a:defRPr>
            </a:lvl3pPr>
            <a:lvl4pPr marL="792000" indent="-144000">
              <a:buFont typeface="Arial" panose="020B0604020202020204" pitchFamily="34" charset="0"/>
              <a:buChar char="•"/>
              <a:defRPr sz="1200">
                <a:solidFill>
                  <a:srgbClr val="002138"/>
                </a:solidFill>
                <a:latin typeface="+mj-lt"/>
              </a:defRPr>
            </a:lvl4pPr>
            <a:lvl5pPr marL="1008000" indent="-144000">
              <a:buFont typeface="Arial" panose="020B0604020202020204" pitchFamily="34" charset="0"/>
              <a:buChar char="•"/>
              <a:defRPr sz="1000">
                <a:solidFill>
                  <a:srgbClr val="002138"/>
                </a:solidFill>
                <a:latin typeface="+mj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40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3449CA-2AB0-F35F-334D-B0573AC7E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888" y="1860550"/>
            <a:ext cx="5220000" cy="4089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138"/>
                </a:solidFill>
              </a:defRPr>
            </a:lvl1pPr>
            <a:lvl2pPr>
              <a:defRPr>
                <a:solidFill>
                  <a:srgbClr val="002138"/>
                </a:solidFill>
              </a:defRPr>
            </a:lvl2pPr>
            <a:lvl3pPr>
              <a:defRPr>
                <a:solidFill>
                  <a:srgbClr val="002138"/>
                </a:solidFill>
              </a:defRPr>
            </a:lvl3pPr>
            <a:lvl4pPr>
              <a:defRPr>
                <a:solidFill>
                  <a:srgbClr val="002138"/>
                </a:solidFill>
              </a:defRPr>
            </a:lvl4pPr>
            <a:lvl5pPr>
              <a:defRPr>
                <a:solidFill>
                  <a:srgbClr val="002138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8C82A18C-A276-8A27-C46D-22D28857095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48114" y="1860550"/>
            <a:ext cx="5220000" cy="4089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138"/>
                </a:solidFill>
              </a:defRPr>
            </a:lvl1pPr>
            <a:lvl2pPr>
              <a:defRPr>
                <a:solidFill>
                  <a:srgbClr val="002138"/>
                </a:solidFill>
              </a:defRPr>
            </a:lvl2pPr>
            <a:lvl3pPr>
              <a:defRPr>
                <a:solidFill>
                  <a:srgbClr val="002138"/>
                </a:solidFill>
              </a:defRPr>
            </a:lvl3pPr>
            <a:lvl4pPr>
              <a:defRPr>
                <a:solidFill>
                  <a:srgbClr val="002138"/>
                </a:solidFill>
              </a:defRPr>
            </a:lvl4pPr>
            <a:lvl5pPr>
              <a:defRPr>
                <a:solidFill>
                  <a:srgbClr val="002138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C17774A-3274-FA2A-A54B-5DD5FC7C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2763"/>
            <a:ext cx="10944225" cy="9001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138"/>
                </a:solidFill>
                <a:latin typeface="General Sans Semibold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6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DB9AF8-4F35-0C64-82E9-5C9904FDE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8112" y="1844675"/>
            <a:ext cx="5220000" cy="4105275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518694FA-92FD-29F2-46BE-369B43FFD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512762"/>
            <a:ext cx="10944225" cy="90011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>
                <a:solidFill>
                  <a:srgbClr val="002138"/>
                </a:solidFill>
                <a:latin typeface="General Sans Semibold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560A7683-D1E7-C419-624A-AD9EA5AF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888" y="1844675"/>
            <a:ext cx="5220000" cy="41052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174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3F5B9-D952-E157-068C-4511055A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2" y="512763"/>
            <a:ext cx="10927421" cy="9001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neral Sans Semibold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CE062453-16F6-A1FD-B273-01C191353A8F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348113" y="1844675"/>
            <a:ext cx="5220000" cy="4105274"/>
          </a:xfrm>
          <a:prstGeom prst="roundRect">
            <a:avLst>
              <a:gd name="adj" fmla="val 6026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02138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F9ECA7-53F1-5E76-3015-1C03783DF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92" y="1844675"/>
            <a:ext cx="5220000" cy="4105274"/>
          </a:xfrm>
          <a:prstGeom prst="rect">
            <a:avLst/>
          </a:prstGeom>
        </p:spPr>
        <p:txBody>
          <a:bodyPr/>
          <a:lstStyle>
            <a:lvl1pPr marL="144000" indent="-144000">
              <a:buFont typeface="Arial" panose="020B0604020202020204" pitchFamily="34" charset="0"/>
              <a:buChar char="•"/>
              <a:defRPr sz="1800" b="0">
                <a:solidFill>
                  <a:srgbClr val="002138"/>
                </a:solidFill>
                <a:latin typeface="+mj-lt"/>
              </a:defRPr>
            </a:lvl1pPr>
            <a:lvl2pPr marL="360000" indent="-144000">
              <a:buFont typeface="Arial" panose="020B0604020202020204" pitchFamily="34" charset="0"/>
              <a:buChar char="•"/>
              <a:defRPr sz="1600" b="0">
                <a:solidFill>
                  <a:srgbClr val="002138"/>
                </a:solidFill>
                <a:latin typeface="+mj-lt"/>
              </a:defRPr>
            </a:lvl2pPr>
            <a:lvl3pPr marL="576000" indent="-144000">
              <a:buFont typeface="Arial" panose="020B0604020202020204" pitchFamily="34" charset="0"/>
              <a:buChar char="•"/>
              <a:defRPr sz="1400">
                <a:solidFill>
                  <a:srgbClr val="002138"/>
                </a:solidFill>
                <a:latin typeface="+mj-lt"/>
              </a:defRPr>
            </a:lvl3pPr>
            <a:lvl4pPr marL="792000" indent="-144000">
              <a:buFont typeface="Arial" panose="020B0604020202020204" pitchFamily="34" charset="0"/>
              <a:buChar char="•"/>
              <a:defRPr sz="1200">
                <a:solidFill>
                  <a:srgbClr val="002138"/>
                </a:solidFill>
                <a:latin typeface="+mj-lt"/>
              </a:defRPr>
            </a:lvl4pPr>
            <a:lvl5pPr marL="1008000" indent="-144000">
              <a:buFont typeface="Arial" panose="020B0604020202020204" pitchFamily="34" charset="0"/>
              <a:buChar char="•"/>
              <a:defRPr sz="1000">
                <a:solidFill>
                  <a:srgbClr val="002138"/>
                </a:solidFill>
                <a:latin typeface="+mj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3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3F5B9-D952-E157-068C-4511055A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3" y="512763"/>
            <a:ext cx="10927420" cy="9001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neral Sans Semibold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A566E67D-0EFD-10C7-E2BC-620AB543FC7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40693" y="1844675"/>
            <a:ext cx="2986348" cy="298634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02138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3E81A47E-0D8E-C9C4-4E61-563E85A963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7368" y="2429746"/>
            <a:ext cx="7480745" cy="240127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4D9D03AD-C75E-CB08-9DBD-3FDF535A3B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87368" y="1844675"/>
            <a:ext cx="7494497" cy="3780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accent1"/>
                </a:solidFill>
                <a:latin typeface="General Sans Medium" pitchFamily="50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65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B860E23-EFDF-31F3-7FA9-AF7483E90D4B}"/>
              </a:ext>
            </a:extLst>
          </p:cNvPr>
          <p:cNvCxnSpPr>
            <a:cxnSpLocks/>
          </p:cNvCxnSpPr>
          <p:nvPr userDrawn="1"/>
        </p:nvCxnSpPr>
        <p:spPr>
          <a:xfrm>
            <a:off x="4225524" y="1899424"/>
            <a:ext cx="0" cy="3960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2E036685-2525-5055-9F69-7896F82D2908}"/>
              </a:ext>
            </a:extLst>
          </p:cNvPr>
          <p:cNvCxnSpPr>
            <a:cxnSpLocks/>
          </p:cNvCxnSpPr>
          <p:nvPr userDrawn="1"/>
        </p:nvCxnSpPr>
        <p:spPr>
          <a:xfrm>
            <a:off x="7970964" y="1899424"/>
            <a:ext cx="0" cy="3960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DE84687-AC12-E4C7-00FA-6DD7FB84A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93" y="2323098"/>
            <a:ext cx="3420000" cy="3600000"/>
          </a:xfrm>
          <a:prstGeom prst="rect">
            <a:avLst/>
          </a:prstGeom>
        </p:spPr>
        <p:txBody>
          <a:bodyPr/>
          <a:lstStyle>
            <a:lvl1pPr marL="144000" indent="-144000">
              <a:buFont typeface="Arial" panose="020B0604020202020204" pitchFamily="34" charset="0"/>
              <a:buChar char="•"/>
              <a:defRPr sz="1800" b="0">
                <a:solidFill>
                  <a:srgbClr val="002138"/>
                </a:solidFill>
                <a:latin typeface="+mj-lt"/>
              </a:defRPr>
            </a:lvl1pPr>
            <a:lvl2pPr marL="360000" indent="-144000">
              <a:buFont typeface="Arial" panose="020B0604020202020204" pitchFamily="34" charset="0"/>
              <a:buChar char="•"/>
              <a:defRPr sz="1600" b="0">
                <a:solidFill>
                  <a:srgbClr val="002138"/>
                </a:solidFill>
                <a:latin typeface="+mj-lt"/>
              </a:defRPr>
            </a:lvl2pPr>
            <a:lvl3pPr marL="576000" indent="-144000">
              <a:buFont typeface="Arial" panose="020B0604020202020204" pitchFamily="34" charset="0"/>
              <a:buChar char="•"/>
              <a:defRPr sz="1400">
                <a:solidFill>
                  <a:srgbClr val="002138"/>
                </a:solidFill>
                <a:latin typeface="+mj-lt"/>
              </a:defRPr>
            </a:lvl3pPr>
            <a:lvl4pPr marL="792000" indent="-144000">
              <a:buFont typeface="Arial" panose="020B0604020202020204" pitchFamily="34" charset="0"/>
              <a:buChar char="•"/>
              <a:defRPr sz="1200">
                <a:solidFill>
                  <a:srgbClr val="002138"/>
                </a:solidFill>
                <a:latin typeface="+mj-lt"/>
              </a:defRPr>
            </a:lvl4pPr>
            <a:lvl5pPr marL="1008000" indent="-144000">
              <a:buFont typeface="Arial" panose="020B0604020202020204" pitchFamily="34" charset="0"/>
              <a:buChar char="•"/>
              <a:defRPr sz="1000">
                <a:solidFill>
                  <a:srgbClr val="002138"/>
                </a:solidFill>
                <a:latin typeface="+mj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31AF81C-CBC5-31B5-D4CB-BA01773A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3" y="512763"/>
            <a:ext cx="10927420" cy="9001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General Sans Semibold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C128CE2C-F348-7005-6E2F-6B30C3D260A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0693" y="1844484"/>
            <a:ext cx="3420000" cy="30685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>
                <a:solidFill>
                  <a:srgbClr val="002138"/>
                </a:solidFill>
                <a:latin typeface="General Sans Semibold" pitchFamily="50" charset="0"/>
              </a:defRPr>
            </a:lvl1pPr>
          </a:lstStyle>
          <a:p>
            <a:pPr lvl="0"/>
            <a:r>
              <a:rPr lang="fr-FR" err="1"/>
              <a:t>Title</a:t>
            </a:r>
            <a:r>
              <a:rPr lang="fr-FR"/>
              <a:t> 01</a:t>
            </a:r>
            <a:endParaRPr lang="en-US"/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EA4FA9F1-9804-5E95-03F6-00884DA7A69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386000" y="1844484"/>
            <a:ext cx="3420000" cy="30685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>
                <a:solidFill>
                  <a:srgbClr val="002138"/>
                </a:solidFill>
                <a:latin typeface="General Sans Semibold" pitchFamily="50" charset="0"/>
              </a:defRPr>
            </a:lvl1pPr>
          </a:lstStyle>
          <a:p>
            <a:pPr lvl="0"/>
            <a:r>
              <a:rPr lang="fr-FR" err="1"/>
              <a:t>Title</a:t>
            </a:r>
            <a:r>
              <a:rPr lang="fr-FR"/>
              <a:t> 02</a:t>
            </a:r>
            <a:endParaRPr lang="en-US"/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55A356FF-3C13-6F94-845F-E29D865BE81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31309" y="1844483"/>
            <a:ext cx="3419997" cy="30685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>
                <a:solidFill>
                  <a:srgbClr val="002138"/>
                </a:solidFill>
                <a:latin typeface="General Sans Semibold" pitchFamily="50" charset="0"/>
              </a:defRPr>
            </a:lvl1pPr>
          </a:lstStyle>
          <a:p>
            <a:pPr lvl="0"/>
            <a:r>
              <a:rPr lang="fr-FR" err="1"/>
              <a:t>Title</a:t>
            </a:r>
            <a:r>
              <a:rPr lang="fr-FR"/>
              <a:t> 03</a:t>
            </a:r>
            <a:endParaRPr lang="en-US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52B36807-BD62-0B65-C8CE-0205D7323B55}"/>
              </a:ext>
            </a:extLst>
          </p:cNvPr>
          <p:cNvSpPr>
            <a:spLocks noGrp="1"/>
          </p:cNvSpPr>
          <p:nvPr>
            <p:ph idx="67"/>
          </p:nvPr>
        </p:nvSpPr>
        <p:spPr>
          <a:xfrm>
            <a:off x="4386000" y="2323098"/>
            <a:ext cx="3420000" cy="3600000"/>
          </a:xfrm>
          <a:prstGeom prst="rect">
            <a:avLst/>
          </a:prstGeom>
        </p:spPr>
        <p:txBody>
          <a:bodyPr/>
          <a:lstStyle>
            <a:lvl1pPr marL="144000" indent="-144000">
              <a:buFont typeface="Arial" panose="020B0604020202020204" pitchFamily="34" charset="0"/>
              <a:buChar char="•"/>
              <a:defRPr sz="1800" b="0">
                <a:solidFill>
                  <a:srgbClr val="002138"/>
                </a:solidFill>
                <a:latin typeface="+mj-lt"/>
              </a:defRPr>
            </a:lvl1pPr>
            <a:lvl2pPr marL="360000" indent="-144000">
              <a:buFont typeface="Arial" panose="020B0604020202020204" pitchFamily="34" charset="0"/>
              <a:buChar char="•"/>
              <a:defRPr sz="1600" b="0">
                <a:solidFill>
                  <a:srgbClr val="002138"/>
                </a:solidFill>
                <a:latin typeface="+mj-lt"/>
              </a:defRPr>
            </a:lvl2pPr>
            <a:lvl3pPr marL="576000" indent="-144000">
              <a:buFont typeface="Arial" panose="020B0604020202020204" pitchFamily="34" charset="0"/>
              <a:buChar char="•"/>
              <a:defRPr sz="1400">
                <a:solidFill>
                  <a:srgbClr val="002138"/>
                </a:solidFill>
                <a:latin typeface="+mj-lt"/>
              </a:defRPr>
            </a:lvl3pPr>
            <a:lvl4pPr marL="792000" indent="-144000">
              <a:buFont typeface="Arial" panose="020B0604020202020204" pitchFamily="34" charset="0"/>
              <a:buChar char="•"/>
              <a:defRPr sz="1200">
                <a:solidFill>
                  <a:srgbClr val="002138"/>
                </a:solidFill>
                <a:latin typeface="+mj-lt"/>
              </a:defRPr>
            </a:lvl4pPr>
            <a:lvl5pPr marL="1008000" indent="-144000">
              <a:buFont typeface="Arial" panose="020B0604020202020204" pitchFamily="34" charset="0"/>
              <a:buChar char="•"/>
              <a:defRPr sz="1000">
                <a:solidFill>
                  <a:srgbClr val="002138"/>
                </a:solidFill>
                <a:latin typeface="+mj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369C681F-3987-9354-8CB7-24A1BFDF6059}"/>
              </a:ext>
            </a:extLst>
          </p:cNvPr>
          <p:cNvSpPr>
            <a:spLocks noGrp="1"/>
          </p:cNvSpPr>
          <p:nvPr>
            <p:ph idx="68"/>
          </p:nvPr>
        </p:nvSpPr>
        <p:spPr>
          <a:xfrm>
            <a:off x="8131306" y="2323098"/>
            <a:ext cx="3420000" cy="3600000"/>
          </a:xfrm>
          <a:prstGeom prst="rect">
            <a:avLst/>
          </a:prstGeom>
        </p:spPr>
        <p:txBody>
          <a:bodyPr/>
          <a:lstStyle>
            <a:lvl1pPr marL="144000" indent="-144000">
              <a:buFont typeface="Arial" panose="020B0604020202020204" pitchFamily="34" charset="0"/>
              <a:buChar char="•"/>
              <a:defRPr sz="1800" b="0">
                <a:solidFill>
                  <a:srgbClr val="002138"/>
                </a:solidFill>
                <a:latin typeface="+mj-lt"/>
              </a:defRPr>
            </a:lvl1pPr>
            <a:lvl2pPr marL="360000" indent="-144000">
              <a:buFont typeface="Arial" panose="020B0604020202020204" pitchFamily="34" charset="0"/>
              <a:buChar char="•"/>
              <a:defRPr sz="1600" b="0">
                <a:solidFill>
                  <a:srgbClr val="002138"/>
                </a:solidFill>
                <a:latin typeface="+mj-lt"/>
              </a:defRPr>
            </a:lvl2pPr>
            <a:lvl3pPr marL="576000" indent="-144000">
              <a:buFont typeface="Arial" panose="020B0604020202020204" pitchFamily="34" charset="0"/>
              <a:buChar char="•"/>
              <a:defRPr sz="1400">
                <a:solidFill>
                  <a:srgbClr val="002138"/>
                </a:solidFill>
                <a:latin typeface="+mj-lt"/>
              </a:defRPr>
            </a:lvl3pPr>
            <a:lvl4pPr marL="792000" indent="-144000">
              <a:buFont typeface="Arial" panose="020B0604020202020204" pitchFamily="34" charset="0"/>
              <a:buChar char="•"/>
              <a:defRPr sz="1200">
                <a:solidFill>
                  <a:srgbClr val="002138"/>
                </a:solidFill>
                <a:latin typeface="+mj-lt"/>
              </a:defRPr>
            </a:lvl4pPr>
            <a:lvl5pPr marL="1008000" indent="-144000">
              <a:buFont typeface="Arial" panose="020B0604020202020204" pitchFamily="34" charset="0"/>
              <a:buChar char="•"/>
              <a:defRPr sz="1000">
                <a:solidFill>
                  <a:srgbClr val="002138"/>
                </a:solidFill>
                <a:latin typeface="+mj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36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691C2-9C4C-BD39-35EA-4D5708384A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526285"/>
            <a:ext cx="10928034" cy="8865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neral Sans Semibold" pitchFamily="50" charset="0"/>
              </a:defRPr>
            </a:lvl1pPr>
          </a:lstStyle>
          <a:p>
            <a:r>
              <a:rPr lang="fr-FR"/>
              <a:t>Key figures</a:t>
            </a:r>
            <a:endParaRPr lang="en-US"/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3FD31BA6-5312-DB00-203F-BFF55B745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965" y="2595514"/>
            <a:ext cx="2933698" cy="890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0021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91C8624D-B0E7-D8E6-BF09-193CB501F1A4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60965" y="2022548"/>
            <a:ext cx="2933698" cy="4730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100 000 000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3CC9E3D9-ECF7-E455-B2A2-C74765C10A83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630288" y="2595514"/>
            <a:ext cx="2933698" cy="89063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0021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71141B6F-1638-E00D-2943-C98848E24A5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630288" y="2022549"/>
            <a:ext cx="2933698" cy="4730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100 000 000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D0FF7985-03FD-DF0F-0880-9D8E61352EC3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334103" y="2581928"/>
            <a:ext cx="2933698" cy="9042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0021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720DB52F-D50C-084B-04C1-DD504E165DCF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334103" y="2008962"/>
            <a:ext cx="2933698" cy="4730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100 000 000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3C2F39B2-7D8A-912F-B884-0EE233B43160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960965" y="4990510"/>
            <a:ext cx="2933698" cy="8641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0021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BEAFD4F4-4D6A-409E-2835-F2E53030127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960965" y="4417544"/>
            <a:ext cx="2933698" cy="4730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100 000 000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E409F6BA-33C6-E83B-08A4-9E2DE0FFEB46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634832" y="4990510"/>
            <a:ext cx="2933698" cy="8641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0021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41FD088C-7D35-F4CC-FA18-946EC14287F4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34832" y="4417544"/>
            <a:ext cx="2933698" cy="4730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100 000 000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060D87F0-6536-8CB3-1B9E-6983C8E26A62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8334103" y="4990510"/>
            <a:ext cx="2933698" cy="8641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0021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00F92B0C-3DE8-16A1-F0F5-38B59670DA27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8334103" y="4417544"/>
            <a:ext cx="2933698" cy="4730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General Sans Medium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100 000 000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5279F59-E51B-9669-7B93-DBDBFB275253}"/>
              </a:ext>
            </a:extLst>
          </p:cNvPr>
          <p:cNvCxnSpPr/>
          <p:nvPr userDrawn="1"/>
        </p:nvCxnSpPr>
        <p:spPr>
          <a:xfrm>
            <a:off x="960965" y="2496201"/>
            <a:ext cx="93923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AFF2AB84-6BED-44AD-1463-6F3375B96DFA}"/>
              </a:ext>
            </a:extLst>
          </p:cNvPr>
          <p:cNvCxnSpPr/>
          <p:nvPr userDrawn="1"/>
        </p:nvCxnSpPr>
        <p:spPr>
          <a:xfrm>
            <a:off x="4625307" y="2492225"/>
            <a:ext cx="93923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14CEEB1-84BC-DFD0-78B1-D74397E926F2}"/>
              </a:ext>
            </a:extLst>
          </p:cNvPr>
          <p:cNvCxnSpPr/>
          <p:nvPr userDrawn="1"/>
        </p:nvCxnSpPr>
        <p:spPr>
          <a:xfrm>
            <a:off x="8334103" y="2486270"/>
            <a:ext cx="93923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77397C7-9489-482E-71DF-2F2670EF65F2}"/>
              </a:ext>
            </a:extLst>
          </p:cNvPr>
          <p:cNvCxnSpPr/>
          <p:nvPr userDrawn="1"/>
        </p:nvCxnSpPr>
        <p:spPr>
          <a:xfrm>
            <a:off x="8334103" y="4905728"/>
            <a:ext cx="93923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437FA4C-ADE7-AB8C-EBB6-D145734E5E68}"/>
              </a:ext>
            </a:extLst>
          </p:cNvPr>
          <p:cNvCxnSpPr/>
          <p:nvPr userDrawn="1"/>
        </p:nvCxnSpPr>
        <p:spPr>
          <a:xfrm>
            <a:off x="4634832" y="4905728"/>
            <a:ext cx="93923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217AA04-6861-966D-50F4-778C9270BCCD}"/>
              </a:ext>
            </a:extLst>
          </p:cNvPr>
          <p:cNvCxnSpPr/>
          <p:nvPr userDrawn="1"/>
        </p:nvCxnSpPr>
        <p:spPr>
          <a:xfrm>
            <a:off x="960965" y="4905728"/>
            <a:ext cx="93923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06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242E1B-A5B0-218E-5B9C-B0D7576F19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4875C3-6C40-50A5-6FCF-5947B7BA4F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7822876-A70A-20DE-E7EF-167725AF18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1223465"/>
            <a:ext cx="4685491" cy="61182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4400" b="1">
                <a:solidFill>
                  <a:schemeClr val="bg1"/>
                </a:solidFill>
                <a:latin typeface="General Sans Medium" pitchFamily="50" charset="0"/>
              </a:defRPr>
            </a:lvl1pPr>
          </a:lstStyle>
          <a:p>
            <a:r>
              <a:rPr lang="fr-FR" err="1"/>
              <a:t>Thank</a:t>
            </a:r>
            <a:r>
              <a:rPr lang="fr-FR"/>
              <a:t> </a:t>
            </a:r>
            <a:r>
              <a:rPr lang="fr-FR" err="1"/>
              <a:t>you</a:t>
            </a:r>
            <a:r>
              <a:rPr lang="fr-FR"/>
              <a:t>!</a:t>
            </a:r>
            <a:endParaRPr lang="en-US"/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5A8944D4-1923-3868-0D61-F9259C698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901" y="5425384"/>
            <a:ext cx="2313376" cy="518230"/>
          </a:xfrm>
          <a:prstGeom prst="rect">
            <a:avLst/>
          </a:prstGeom>
        </p:spPr>
      </p:pic>
      <p:sp>
        <p:nvSpPr>
          <p:cNvPr id="8" name="Graphic 28">
            <a:extLst>
              <a:ext uri="{FF2B5EF4-FFF2-40B4-BE49-F238E27FC236}">
                <a16:creationId xmlns:a16="http://schemas.microsoft.com/office/drawing/2014/main" id="{E89AFA91-FE1A-5660-593A-8D85F879A89D}"/>
              </a:ext>
            </a:extLst>
          </p:cNvPr>
          <p:cNvSpPr/>
          <p:nvPr userDrawn="1"/>
        </p:nvSpPr>
        <p:spPr>
          <a:xfrm>
            <a:off x="8137984" y="2284920"/>
            <a:ext cx="200869" cy="189131"/>
          </a:xfrm>
          <a:custGeom>
            <a:avLst/>
            <a:gdLst>
              <a:gd name="connsiteX0" fmla="*/ 4424934 w 4572000"/>
              <a:gd name="connsiteY0" fmla="*/ 3290926 h 4572000"/>
              <a:gd name="connsiteX1" fmla="*/ 3256483 w 4572000"/>
              <a:gd name="connsiteY1" fmla="*/ 2673858 h 4572000"/>
              <a:gd name="connsiteX2" fmla="*/ 2932938 w 4572000"/>
              <a:gd name="connsiteY2" fmla="*/ 2938577 h 4572000"/>
              <a:gd name="connsiteX3" fmla="*/ 2817267 w 4572000"/>
              <a:gd name="connsiteY3" fmla="*/ 3072079 h 4572000"/>
              <a:gd name="connsiteX4" fmla="*/ 2565654 w 4572000"/>
              <a:gd name="connsiteY4" fmla="*/ 2969667 h 4572000"/>
              <a:gd name="connsiteX5" fmla="*/ 1602334 w 4572000"/>
              <a:gd name="connsiteY5" fmla="*/ 2006346 h 4572000"/>
              <a:gd name="connsiteX6" fmla="*/ 1499921 w 4572000"/>
              <a:gd name="connsiteY6" fmla="*/ 1754734 h 4572000"/>
              <a:gd name="connsiteX7" fmla="*/ 1634338 w 4572000"/>
              <a:gd name="connsiteY7" fmla="*/ 1638300 h 4572000"/>
              <a:gd name="connsiteX8" fmla="*/ 1898142 w 4572000"/>
              <a:gd name="connsiteY8" fmla="*/ 1315364 h 4572000"/>
              <a:gd name="connsiteX9" fmla="*/ 1281074 w 4572000"/>
              <a:gd name="connsiteY9" fmla="*/ 146914 h 4572000"/>
              <a:gd name="connsiteX10" fmla="*/ 1021080 w 4572000"/>
              <a:gd name="connsiteY10" fmla="*/ 0 h 4572000"/>
              <a:gd name="connsiteX11" fmla="*/ 0 w 4572000"/>
              <a:gd name="connsiteY11" fmla="*/ 1146200 h 4572000"/>
              <a:gd name="connsiteX12" fmla="*/ 1217371 w 4572000"/>
              <a:gd name="connsiteY12" fmla="*/ 3356001 h 4572000"/>
              <a:gd name="connsiteX13" fmla="*/ 3425800 w 4572000"/>
              <a:gd name="connsiteY13" fmla="*/ 4572000 h 4572000"/>
              <a:gd name="connsiteX14" fmla="*/ 4572000 w 4572000"/>
              <a:gd name="connsiteY14" fmla="*/ 3550920 h 4572000"/>
              <a:gd name="connsiteX15" fmla="*/ 4424934 w 4572000"/>
              <a:gd name="connsiteY15" fmla="*/ 3290926 h 4572000"/>
              <a:gd name="connsiteX16" fmla="*/ 3409036 w 4572000"/>
              <a:gd name="connsiteY16" fmla="*/ 4266286 h 4572000"/>
              <a:gd name="connsiteX17" fmla="*/ 1432865 w 4572000"/>
              <a:gd name="connsiteY17" fmla="*/ 3141269 h 4572000"/>
              <a:gd name="connsiteX18" fmla="*/ 305867 w 4572000"/>
              <a:gd name="connsiteY18" fmla="*/ 1163269 h 4572000"/>
              <a:gd name="connsiteX19" fmla="*/ 1023061 w 4572000"/>
              <a:gd name="connsiteY19" fmla="*/ 315773 h 4572000"/>
              <a:gd name="connsiteX20" fmla="*/ 1047598 w 4572000"/>
              <a:gd name="connsiteY20" fmla="*/ 342900 h 4572000"/>
              <a:gd name="connsiteX21" fmla="*/ 1592275 w 4572000"/>
              <a:gd name="connsiteY21" fmla="*/ 1266901 h 4572000"/>
              <a:gd name="connsiteX22" fmla="*/ 1437437 w 4572000"/>
              <a:gd name="connsiteY22" fmla="*/ 1405738 h 4572000"/>
              <a:gd name="connsiteX23" fmla="*/ 1207008 w 4572000"/>
              <a:gd name="connsiteY23" fmla="*/ 1622450 h 4572000"/>
              <a:gd name="connsiteX24" fmla="*/ 1169975 w 4572000"/>
              <a:gd name="connsiteY24" fmla="*/ 1674266 h 4572000"/>
              <a:gd name="connsiteX25" fmla="*/ 1180948 w 4572000"/>
              <a:gd name="connsiteY25" fmla="*/ 1736903 h 4572000"/>
              <a:gd name="connsiteX26" fmla="*/ 1328014 w 4572000"/>
              <a:gd name="connsiteY26" fmla="*/ 2139391 h 4572000"/>
              <a:gd name="connsiteX27" fmla="*/ 2432609 w 4572000"/>
              <a:gd name="connsiteY27" fmla="*/ 3243834 h 4572000"/>
              <a:gd name="connsiteX28" fmla="*/ 2835097 w 4572000"/>
              <a:gd name="connsiteY28" fmla="*/ 3391052 h 4572000"/>
              <a:gd name="connsiteX29" fmla="*/ 2897734 w 4572000"/>
              <a:gd name="connsiteY29" fmla="*/ 3402025 h 4572000"/>
              <a:gd name="connsiteX30" fmla="*/ 2949550 w 4572000"/>
              <a:gd name="connsiteY30" fmla="*/ 3364992 h 4572000"/>
              <a:gd name="connsiteX31" fmla="*/ 3167177 w 4572000"/>
              <a:gd name="connsiteY31" fmla="*/ 3133649 h 4572000"/>
              <a:gd name="connsiteX32" fmla="*/ 3302813 w 4572000"/>
              <a:gd name="connsiteY32" fmla="*/ 2979115 h 4572000"/>
              <a:gd name="connsiteX33" fmla="*/ 4229100 w 4572000"/>
              <a:gd name="connsiteY33" fmla="*/ 3524402 h 4572000"/>
              <a:gd name="connsiteX34" fmla="*/ 4256532 w 4572000"/>
              <a:gd name="connsiteY34" fmla="*/ 3548634 h 4572000"/>
              <a:gd name="connsiteX35" fmla="*/ 3409036 w 4572000"/>
              <a:gd name="connsiteY35" fmla="*/ 4265981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72000" h="4572000">
                <a:moveTo>
                  <a:pt x="4424934" y="3290926"/>
                </a:moveTo>
                <a:cubicBezTo>
                  <a:pt x="4416857" y="3284220"/>
                  <a:pt x="3504133" y="2631034"/>
                  <a:pt x="3256483" y="2673858"/>
                </a:cubicBezTo>
                <a:cubicBezTo>
                  <a:pt x="3137459" y="2694889"/>
                  <a:pt x="3069336" y="2775966"/>
                  <a:pt x="2932938" y="2938577"/>
                </a:cubicBezTo>
                <a:cubicBezTo>
                  <a:pt x="2910992" y="2964790"/>
                  <a:pt x="2858110" y="3027426"/>
                  <a:pt x="2817267" y="3072079"/>
                </a:cubicBezTo>
                <a:cubicBezTo>
                  <a:pt x="2731058" y="3043994"/>
                  <a:pt x="2646972" y="3009768"/>
                  <a:pt x="2565654" y="2969667"/>
                </a:cubicBezTo>
                <a:cubicBezTo>
                  <a:pt x="2145872" y="2765299"/>
                  <a:pt x="1806701" y="2426129"/>
                  <a:pt x="1602334" y="2006346"/>
                </a:cubicBezTo>
                <a:cubicBezTo>
                  <a:pt x="1562232" y="1925028"/>
                  <a:pt x="1528007" y="1840942"/>
                  <a:pt x="1499921" y="1754734"/>
                </a:cubicBezTo>
                <a:cubicBezTo>
                  <a:pt x="1544726" y="1713738"/>
                  <a:pt x="1607515" y="1660855"/>
                  <a:pt x="1634338" y="1638300"/>
                </a:cubicBezTo>
                <a:cubicBezTo>
                  <a:pt x="1796034" y="1502664"/>
                  <a:pt x="1877111" y="1434541"/>
                  <a:pt x="1898142" y="1315364"/>
                </a:cubicBezTo>
                <a:cubicBezTo>
                  <a:pt x="1941271" y="1068629"/>
                  <a:pt x="1287780" y="155143"/>
                  <a:pt x="1281074" y="146914"/>
                </a:cubicBezTo>
                <a:cubicBezTo>
                  <a:pt x="1220811" y="61448"/>
                  <a:pt x="1125385" y="7525"/>
                  <a:pt x="1021080" y="0"/>
                </a:cubicBezTo>
                <a:cubicBezTo>
                  <a:pt x="756209" y="0"/>
                  <a:pt x="0" y="980846"/>
                  <a:pt x="0" y="1146200"/>
                </a:cubicBezTo>
                <a:cubicBezTo>
                  <a:pt x="0" y="1155802"/>
                  <a:pt x="13868" y="2131771"/>
                  <a:pt x="1217371" y="3356001"/>
                </a:cubicBezTo>
                <a:cubicBezTo>
                  <a:pt x="2440229" y="4558132"/>
                  <a:pt x="3416199" y="4572000"/>
                  <a:pt x="3425800" y="4572000"/>
                </a:cubicBezTo>
                <a:cubicBezTo>
                  <a:pt x="3591154" y="4572000"/>
                  <a:pt x="4572000" y="3815791"/>
                  <a:pt x="4572000" y="3550920"/>
                </a:cubicBezTo>
                <a:cubicBezTo>
                  <a:pt x="4564482" y="3446576"/>
                  <a:pt x="4510491" y="3351128"/>
                  <a:pt x="4424934" y="3290926"/>
                </a:cubicBezTo>
                <a:close/>
                <a:moveTo>
                  <a:pt x="3409036" y="4266286"/>
                </a:moveTo>
                <a:cubicBezTo>
                  <a:pt x="3275838" y="4255313"/>
                  <a:pt x="2456841" y="4147261"/>
                  <a:pt x="1432865" y="3141269"/>
                </a:cubicBezTo>
                <a:cubicBezTo>
                  <a:pt x="421691" y="2111807"/>
                  <a:pt x="316382" y="1290523"/>
                  <a:pt x="305867" y="1163269"/>
                </a:cubicBezTo>
                <a:cubicBezTo>
                  <a:pt x="505629" y="849728"/>
                  <a:pt x="746881" y="564645"/>
                  <a:pt x="1023061" y="315773"/>
                </a:cubicBezTo>
                <a:cubicBezTo>
                  <a:pt x="1029157" y="321869"/>
                  <a:pt x="1037234" y="331013"/>
                  <a:pt x="1047598" y="342900"/>
                </a:cubicBezTo>
                <a:cubicBezTo>
                  <a:pt x="1259407" y="632038"/>
                  <a:pt x="1441868" y="941568"/>
                  <a:pt x="1592275" y="1266901"/>
                </a:cubicBezTo>
                <a:cubicBezTo>
                  <a:pt x="1543364" y="1316107"/>
                  <a:pt x="1491666" y="1362462"/>
                  <a:pt x="1437437" y="1405738"/>
                </a:cubicBezTo>
                <a:cubicBezTo>
                  <a:pt x="1353341" y="1469814"/>
                  <a:pt x="1276119" y="1542441"/>
                  <a:pt x="1207008" y="1622450"/>
                </a:cubicBezTo>
                <a:lnTo>
                  <a:pt x="1169975" y="1674266"/>
                </a:lnTo>
                <a:lnTo>
                  <a:pt x="1180948" y="1736903"/>
                </a:lnTo>
                <a:cubicBezTo>
                  <a:pt x="1213200" y="1876612"/>
                  <a:pt x="1262596" y="2011800"/>
                  <a:pt x="1328014" y="2139391"/>
                </a:cubicBezTo>
                <a:cubicBezTo>
                  <a:pt x="1562388" y="2620674"/>
                  <a:pt x="1951294" y="3009527"/>
                  <a:pt x="2432609" y="3243834"/>
                </a:cubicBezTo>
                <a:cubicBezTo>
                  <a:pt x="2560175" y="3309346"/>
                  <a:pt x="2695368" y="3358795"/>
                  <a:pt x="2835097" y="3391052"/>
                </a:cubicBezTo>
                <a:lnTo>
                  <a:pt x="2897734" y="3402025"/>
                </a:lnTo>
                <a:lnTo>
                  <a:pt x="2949550" y="3364992"/>
                </a:lnTo>
                <a:cubicBezTo>
                  <a:pt x="3029863" y="3295575"/>
                  <a:pt x="3102792" y="3218050"/>
                  <a:pt x="3167177" y="3133649"/>
                </a:cubicBezTo>
                <a:cubicBezTo>
                  <a:pt x="3214878" y="3076651"/>
                  <a:pt x="3278734" y="3000604"/>
                  <a:pt x="3302813" y="2979115"/>
                </a:cubicBezTo>
                <a:cubicBezTo>
                  <a:pt x="3629070" y="3129375"/>
                  <a:pt x="3939393" y="3312056"/>
                  <a:pt x="4229100" y="3524402"/>
                </a:cubicBezTo>
                <a:cubicBezTo>
                  <a:pt x="4241749" y="3535070"/>
                  <a:pt x="4250589" y="3543300"/>
                  <a:pt x="4256532" y="3548634"/>
                </a:cubicBezTo>
                <a:cubicBezTo>
                  <a:pt x="4007700" y="3824899"/>
                  <a:pt x="3722612" y="4066206"/>
                  <a:pt x="3409036" y="4265981"/>
                </a:cubicBezTo>
                <a:close/>
              </a:path>
            </a:pathLst>
          </a:custGeom>
          <a:solidFill>
            <a:schemeClr val="accent1"/>
          </a:solidFill>
          <a:ln w="1524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Graphic 34">
            <a:extLst>
              <a:ext uri="{FF2B5EF4-FFF2-40B4-BE49-F238E27FC236}">
                <a16:creationId xmlns:a16="http://schemas.microsoft.com/office/drawing/2014/main" id="{D55EB415-CA40-A136-6432-3667A2E6E372}"/>
              </a:ext>
            </a:extLst>
          </p:cNvPr>
          <p:cNvSpPr/>
          <p:nvPr userDrawn="1"/>
        </p:nvSpPr>
        <p:spPr>
          <a:xfrm>
            <a:off x="8145422" y="2903016"/>
            <a:ext cx="185195" cy="174373"/>
          </a:xfrm>
          <a:custGeom>
            <a:avLst/>
            <a:gdLst>
              <a:gd name="connsiteX0" fmla="*/ 2286000 w 4572000"/>
              <a:gd name="connsiteY0" fmla="*/ 0 h 4572000"/>
              <a:gd name="connsiteX1" fmla="*/ 0 w 4572000"/>
              <a:gd name="connsiteY1" fmla="*/ 2286000 h 4572000"/>
              <a:gd name="connsiteX2" fmla="*/ 2286000 w 4572000"/>
              <a:gd name="connsiteY2" fmla="*/ 4572000 h 4572000"/>
              <a:gd name="connsiteX3" fmla="*/ 4572000 w 4572000"/>
              <a:gd name="connsiteY3" fmla="*/ 2286000 h 4572000"/>
              <a:gd name="connsiteX4" fmla="*/ 2286000 w 4572000"/>
              <a:gd name="connsiteY4" fmla="*/ 0 h 4572000"/>
              <a:gd name="connsiteX5" fmla="*/ 2286000 w 4572000"/>
              <a:gd name="connsiteY5" fmla="*/ 4267200 h 4572000"/>
              <a:gd name="connsiteX6" fmla="*/ 1478280 w 4572000"/>
              <a:gd name="connsiteY6" fmla="*/ 3200400 h 4572000"/>
              <a:gd name="connsiteX7" fmla="*/ 3093720 w 4572000"/>
              <a:gd name="connsiteY7" fmla="*/ 3200400 h 4572000"/>
              <a:gd name="connsiteX8" fmla="*/ 2286000 w 4572000"/>
              <a:gd name="connsiteY8" fmla="*/ 4267200 h 4572000"/>
              <a:gd name="connsiteX9" fmla="*/ 1416406 w 4572000"/>
              <a:gd name="connsiteY9" fmla="*/ 2895600 h 4572000"/>
              <a:gd name="connsiteX10" fmla="*/ 1416406 w 4572000"/>
              <a:gd name="connsiteY10" fmla="*/ 1676400 h 4572000"/>
              <a:gd name="connsiteX11" fmla="*/ 3155594 w 4572000"/>
              <a:gd name="connsiteY11" fmla="*/ 1676400 h 4572000"/>
              <a:gd name="connsiteX12" fmla="*/ 3200400 w 4572000"/>
              <a:gd name="connsiteY12" fmla="*/ 2286000 h 4572000"/>
              <a:gd name="connsiteX13" fmla="*/ 3155594 w 4572000"/>
              <a:gd name="connsiteY13" fmla="*/ 2895600 h 4572000"/>
              <a:gd name="connsiteX14" fmla="*/ 304800 w 4572000"/>
              <a:gd name="connsiteY14" fmla="*/ 2286000 h 4572000"/>
              <a:gd name="connsiteX15" fmla="*/ 401726 w 4572000"/>
              <a:gd name="connsiteY15" fmla="*/ 1676400 h 4572000"/>
              <a:gd name="connsiteX16" fmla="*/ 1110387 w 4572000"/>
              <a:gd name="connsiteY16" fmla="*/ 1676400 h 4572000"/>
              <a:gd name="connsiteX17" fmla="*/ 1110387 w 4572000"/>
              <a:gd name="connsiteY17" fmla="*/ 2895600 h 4572000"/>
              <a:gd name="connsiteX18" fmla="*/ 401726 w 4572000"/>
              <a:gd name="connsiteY18" fmla="*/ 2895600 h 4572000"/>
              <a:gd name="connsiteX19" fmla="*/ 304800 w 4572000"/>
              <a:gd name="connsiteY19" fmla="*/ 2286000 h 4572000"/>
              <a:gd name="connsiteX20" fmla="*/ 2286000 w 4572000"/>
              <a:gd name="connsiteY20" fmla="*/ 304800 h 4572000"/>
              <a:gd name="connsiteX21" fmla="*/ 3093720 w 4572000"/>
              <a:gd name="connsiteY21" fmla="*/ 1371600 h 4572000"/>
              <a:gd name="connsiteX22" fmla="*/ 1478280 w 4572000"/>
              <a:gd name="connsiteY22" fmla="*/ 1371600 h 4572000"/>
              <a:gd name="connsiteX23" fmla="*/ 2286000 w 4572000"/>
              <a:gd name="connsiteY23" fmla="*/ 304800 h 4572000"/>
              <a:gd name="connsiteX24" fmla="*/ 3461614 w 4572000"/>
              <a:gd name="connsiteY24" fmla="*/ 1676400 h 4572000"/>
              <a:gd name="connsiteX25" fmla="*/ 4170274 w 4572000"/>
              <a:gd name="connsiteY25" fmla="*/ 1676400 h 4572000"/>
              <a:gd name="connsiteX26" fmla="*/ 4170274 w 4572000"/>
              <a:gd name="connsiteY26" fmla="*/ 2895600 h 4572000"/>
              <a:gd name="connsiteX27" fmla="*/ 3461614 w 4572000"/>
              <a:gd name="connsiteY27" fmla="*/ 2895600 h 4572000"/>
              <a:gd name="connsiteX28" fmla="*/ 3505200 w 4572000"/>
              <a:gd name="connsiteY28" fmla="*/ 2286000 h 4572000"/>
              <a:gd name="connsiteX29" fmla="*/ 3461614 w 4572000"/>
              <a:gd name="connsiteY29" fmla="*/ 1676400 h 4572000"/>
              <a:gd name="connsiteX30" fmla="*/ 4041801 w 4572000"/>
              <a:gd name="connsiteY30" fmla="*/ 1371600 h 4572000"/>
              <a:gd name="connsiteX31" fmla="*/ 3406750 w 4572000"/>
              <a:gd name="connsiteY31" fmla="*/ 1371600 h 4572000"/>
              <a:gd name="connsiteX32" fmla="*/ 3015539 w 4572000"/>
              <a:gd name="connsiteY32" fmla="*/ 445770 h 4572000"/>
              <a:gd name="connsiteX33" fmla="*/ 4041801 w 4572000"/>
              <a:gd name="connsiteY33" fmla="*/ 1371600 h 4572000"/>
              <a:gd name="connsiteX34" fmla="*/ 1556461 w 4572000"/>
              <a:gd name="connsiteY34" fmla="*/ 445770 h 4572000"/>
              <a:gd name="connsiteX35" fmla="*/ 1165250 w 4572000"/>
              <a:gd name="connsiteY35" fmla="*/ 1371600 h 4572000"/>
              <a:gd name="connsiteX36" fmla="*/ 530200 w 4572000"/>
              <a:gd name="connsiteY36" fmla="*/ 1371600 h 4572000"/>
              <a:gd name="connsiteX37" fmla="*/ 1556461 w 4572000"/>
              <a:gd name="connsiteY37" fmla="*/ 445770 h 4572000"/>
              <a:gd name="connsiteX38" fmla="*/ 530200 w 4572000"/>
              <a:gd name="connsiteY38" fmla="*/ 3200400 h 4572000"/>
              <a:gd name="connsiteX39" fmla="*/ 1165250 w 4572000"/>
              <a:gd name="connsiteY39" fmla="*/ 3200400 h 4572000"/>
              <a:gd name="connsiteX40" fmla="*/ 1556461 w 4572000"/>
              <a:gd name="connsiteY40" fmla="*/ 4126230 h 4572000"/>
              <a:gd name="connsiteX41" fmla="*/ 530200 w 4572000"/>
              <a:gd name="connsiteY41" fmla="*/ 3200400 h 4572000"/>
              <a:gd name="connsiteX42" fmla="*/ 3015539 w 4572000"/>
              <a:gd name="connsiteY42" fmla="*/ 4126230 h 4572000"/>
              <a:gd name="connsiteX43" fmla="*/ 3406750 w 4572000"/>
              <a:gd name="connsiteY43" fmla="*/ 3200400 h 4572000"/>
              <a:gd name="connsiteX44" fmla="*/ 4041801 w 4572000"/>
              <a:gd name="connsiteY44" fmla="*/ 3200400 h 4572000"/>
              <a:gd name="connsiteX45" fmla="*/ 3015539 w 4572000"/>
              <a:gd name="connsiteY45" fmla="*/ 412623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1023477" y="0"/>
                  <a:pt x="0" y="1023477"/>
                  <a:pt x="0" y="2286000"/>
                </a:cubicBezTo>
                <a:cubicBezTo>
                  <a:pt x="0" y="3548523"/>
                  <a:pt x="1023477" y="4572000"/>
                  <a:pt x="2286000" y="4572000"/>
                </a:cubicBezTo>
                <a:cubicBezTo>
                  <a:pt x="3548523" y="4572000"/>
                  <a:pt x="4572000" y="3548523"/>
                  <a:pt x="4572000" y="2286000"/>
                </a:cubicBezTo>
                <a:cubicBezTo>
                  <a:pt x="4570572" y="1024069"/>
                  <a:pt x="3547931" y="1428"/>
                  <a:pt x="2286000" y="0"/>
                </a:cubicBezTo>
                <a:close/>
                <a:moveTo>
                  <a:pt x="2286000" y="4267200"/>
                </a:moveTo>
                <a:cubicBezTo>
                  <a:pt x="1971294" y="4267200"/>
                  <a:pt x="1641805" y="3861511"/>
                  <a:pt x="1478280" y="3200400"/>
                </a:cubicBezTo>
                <a:lnTo>
                  <a:pt x="3093720" y="3200400"/>
                </a:lnTo>
                <a:cubicBezTo>
                  <a:pt x="2930195" y="3861511"/>
                  <a:pt x="2600706" y="4267200"/>
                  <a:pt x="2286000" y="4267200"/>
                </a:cubicBezTo>
                <a:close/>
                <a:moveTo>
                  <a:pt x="1416406" y="2895600"/>
                </a:moveTo>
                <a:cubicBezTo>
                  <a:pt x="1356665" y="2491395"/>
                  <a:pt x="1356665" y="2080605"/>
                  <a:pt x="1416406" y="1676400"/>
                </a:cubicBezTo>
                <a:lnTo>
                  <a:pt x="3155594" y="1676400"/>
                </a:lnTo>
                <a:cubicBezTo>
                  <a:pt x="3185820" y="1878186"/>
                  <a:pt x="3200798" y="2081963"/>
                  <a:pt x="3200400" y="2286000"/>
                </a:cubicBezTo>
                <a:cubicBezTo>
                  <a:pt x="3200798" y="2490037"/>
                  <a:pt x="3185820" y="2693814"/>
                  <a:pt x="3155594" y="2895600"/>
                </a:cubicBezTo>
                <a:close/>
                <a:moveTo>
                  <a:pt x="304800" y="2286000"/>
                </a:moveTo>
                <a:cubicBezTo>
                  <a:pt x="304910" y="2078972"/>
                  <a:pt x="337620" y="1873253"/>
                  <a:pt x="401726" y="1676400"/>
                </a:cubicBezTo>
                <a:lnTo>
                  <a:pt x="1110387" y="1676400"/>
                </a:lnTo>
                <a:cubicBezTo>
                  <a:pt x="1052271" y="2080722"/>
                  <a:pt x="1052271" y="2491278"/>
                  <a:pt x="1110387" y="2895600"/>
                </a:cubicBezTo>
                <a:lnTo>
                  <a:pt x="401726" y="2895600"/>
                </a:lnTo>
                <a:cubicBezTo>
                  <a:pt x="337620" y="2698748"/>
                  <a:pt x="304910" y="2493028"/>
                  <a:pt x="304800" y="2286000"/>
                </a:cubicBezTo>
                <a:close/>
                <a:moveTo>
                  <a:pt x="2286000" y="304800"/>
                </a:moveTo>
                <a:cubicBezTo>
                  <a:pt x="2600706" y="304800"/>
                  <a:pt x="2930195" y="710489"/>
                  <a:pt x="3093720" y="1371600"/>
                </a:cubicBezTo>
                <a:lnTo>
                  <a:pt x="1478280" y="1371600"/>
                </a:lnTo>
                <a:cubicBezTo>
                  <a:pt x="1641805" y="710489"/>
                  <a:pt x="1971294" y="304800"/>
                  <a:pt x="2286000" y="304800"/>
                </a:cubicBezTo>
                <a:close/>
                <a:moveTo>
                  <a:pt x="3461614" y="1676400"/>
                </a:moveTo>
                <a:lnTo>
                  <a:pt x="4170274" y="1676400"/>
                </a:lnTo>
                <a:cubicBezTo>
                  <a:pt x="4299474" y="2072532"/>
                  <a:pt x="4299474" y="2499469"/>
                  <a:pt x="4170274" y="2895600"/>
                </a:cubicBezTo>
                <a:lnTo>
                  <a:pt x="3461614" y="2895600"/>
                </a:lnTo>
                <a:cubicBezTo>
                  <a:pt x="3490514" y="2693684"/>
                  <a:pt x="3505079" y="2489974"/>
                  <a:pt x="3505200" y="2286000"/>
                </a:cubicBezTo>
                <a:cubicBezTo>
                  <a:pt x="3505079" y="2082026"/>
                  <a:pt x="3490514" y="1878317"/>
                  <a:pt x="3461614" y="1676400"/>
                </a:cubicBezTo>
                <a:close/>
                <a:moveTo>
                  <a:pt x="4041801" y="1371600"/>
                </a:moveTo>
                <a:lnTo>
                  <a:pt x="3406750" y="1371600"/>
                </a:lnTo>
                <a:cubicBezTo>
                  <a:pt x="3338928" y="1040133"/>
                  <a:pt x="3205953" y="725436"/>
                  <a:pt x="3015539" y="445770"/>
                </a:cubicBezTo>
                <a:cubicBezTo>
                  <a:pt x="3457216" y="621914"/>
                  <a:pt x="3821259" y="950331"/>
                  <a:pt x="4041801" y="1371600"/>
                </a:cubicBezTo>
                <a:close/>
                <a:moveTo>
                  <a:pt x="1556461" y="445770"/>
                </a:moveTo>
                <a:cubicBezTo>
                  <a:pt x="1366048" y="725436"/>
                  <a:pt x="1233072" y="1040133"/>
                  <a:pt x="1165250" y="1371600"/>
                </a:cubicBezTo>
                <a:lnTo>
                  <a:pt x="530200" y="1371600"/>
                </a:lnTo>
                <a:cubicBezTo>
                  <a:pt x="750741" y="950331"/>
                  <a:pt x="1114784" y="621914"/>
                  <a:pt x="1556461" y="445770"/>
                </a:cubicBezTo>
                <a:close/>
                <a:moveTo>
                  <a:pt x="530200" y="3200400"/>
                </a:moveTo>
                <a:lnTo>
                  <a:pt x="1165250" y="3200400"/>
                </a:lnTo>
                <a:cubicBezTo>
                  <a:pt x="1233072" y="3531867"/>
                  <a:pt x="1366048" y="3846564"/>
                  <a:pt x="1556461" y="4126230"/>
                </a:cubicBezTo>
                <a:cubicBezTo>
                  <a:pt x="1114784" y="3950086"/>
                  <a:pt x="750741" y="3621669"/>
                  <a:pt x="530200" y="3200400"/>
                </a:cubicBezTo>
                <a:close/>
                <a:moveTo>
                  <a:pt x="3015539" y="4126230"/>
                </a:moveTo>
                <a:cubicBezTo>
                  <a:pt x="3205953" y="3846565"/>
                  <a:pt x="3338929" y="3531867"/>
                  <a:pt x="3406750" y="3200400"/>
                </a:cubicBezTo>
                <a:lnTo>
                  <a:pt x="4041801" y="3200400"/>
                </a:lnTo>
                <a:cubicBezTo>
                  <a:pt x="3821259" y="3621669"/>
                  <a:pt x="3457216" y="3950086"/>
                  <a:pt x="3015539" y="4126230"/>
                </a:cubicBezTo>
                <a:close/>
              </a:path>
            </a:pathLst>
          </a:custGeom>
          <a:solidFill>
            <a:schemeClr val="accent1"/>
          </a:solidFill>
          <a:ln w="1524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Graphic 37">
            <a:extLst>
              <a:ext uri="{FF2B5EF4-FFF2-40B4-BE49-F238E27FC236}">
                <a16:creationId xmlns:a16="http://schemas.microsoft.com/office/drawing/2014/main" id="{599D05F6-F827-3AB0-16E8-7E6A63957102}"/>
              </a:ext>
            </a:extLst>
          </p:cNvPr>
          <p:cNvSpPr/>
          <p:nvPr userDrawn="1"/>
        </p:nvSpPr>
        <p:spPr>
          <a:xfrm>
            <a:off x="8137984" y="2619706"/>
            <a:ext cx="200869" cy="146281"/>
          </a:xfrm>
          <a:custGeom>
            <a:avLst/>
            <a:gdLst>
              <a:gd name="connsiteX0" fmla="*/ 4448175 w 4876800"/>
              <a:gd name="connsiteY0" fmla="*/ 0 h 3429000"/>
              <a:gd name="connsiteX1" fmla="*/ 428625 w 4876800"/>
              <a:gd name="connsiteY1" fmla="*/ 0 h 3429000"/>
              <a:gd name="connsiteX2" fmla="*/ 0 w 4876800"/>
              <a:gd name="connsiteY2" fmla="*/ 428625 h 3429000"/>
              <a:gd name="connsiteX3" fmla="*/ 0 w 4876800"/>
              <a:gd name="connsiteY3" fmla="*/ 3000375 h 3429000"/>
              <a:gd name="connsiteX4" fmla="*/ 428625 w 4876800"/>
              <a:gd name="connsiteY4" fmla="*/ 3429000 h 3429000"/>
              <a:gd name="connsiteX5" fmla="*/ 4448175 w 4876800"/>
              <a:gd name="connsiteY5" fmla="*/ 3429000 h 3429000"/>
              <a:gd name="connsiteX6" fmla="*/ 4876800 w 4876800"/>
              <a:gd name="connsiteY6" fmla="*/ 3000375 h 3429000"/>
              <a:gd name="connsiteX7" fmla="*/ 4876800 w 4876800"/>
              <a:gd name="connsiteY7" fmla="*/ 428625 h 3429000"/>
              <a:gd name="connsiteX8" fmla="*/ 4448175 w 4876800"/>
              <a:gd name="connsiteY8" fmla="*/ 0 h 3429000"/>
              <a:gd name="connsiteX9" fmla="*/ 4388149 w 4876800"/>
              <a:gd name="connsiteY9" fmla="*/ 285750 h 3429000"/>
              <a:gd name="connsiteX10" fmla="*/ 2741486 w 4876800"/>
              <a:gd name="connsiteY10" fmla="*/ 1923736 h 3429000"/>
              <a:gd name="connsiteX11" fmla="*/ 2438400 w 4876800"/>
              <a:gd name="connsiteY11" fmla="*/ 2049275 h 3429000"/>
              <a:gd name="connsiteX12" fmla="*/ 2135048 w 4876800"/>
              <a:gd name="connsiteY12" fmla="*/ 1923469 h 3429000"/>
              <a:gd name="connsiteX13" fmla="*/ 488652 w 4876800"/>
              <a:gd name="connsiteY13" fmla="*/ 285750 h 3429000"/>
              <a:gd name="connsiteX14" fmla="*/ 4388149 w 4876800"/>
              <a:gd name="connsiteY14" fmla="*/ 285750 h 3429000"/>
              <a:gd name="connsiteX15" fmla="*/ 285750 w 4876800"/>
              <a:gd name="connsiteY15" fmla="*/ 2942216 h 3429000"/>
              <a:gd name="connsiteX16" fmla="*/ 285750 w 4876800"/>
              <a:gd name="connsiteY16" fmla="*/ 486966 h 3429000"/>
              <a:gd name="connsiteX17" fmla="*/ 1520552 w 4876800"/>
              <a:gd name="connsiteY17" fmla="*/ 1715262 h 3429000"/>
              <a:gd name="connsiteX18" fmla="*/ 285750 w 4876800"/>
              <a:gd name="connsiteY18" fmla="*/ 2942216 h 3429000"/>
              <a:gd name="connsiteX19" fmla="*/ 488833 w 4876800"/>
              <a:gd name="connsiteY19" fmla="*/ 3143250 h 3429000"/>
              <a:gd name="connsiteX20" fmla="*/ 1723149 w 4876800"/>
              <a:gd name="connsiteY20" fmla="*/ 1916782 h 3429000"/>
              <a:gd name="connsiteX21" fmla="*/ 1933261 w 4876800"/>
              <a:gd name="connsiteY21" fmla="*/ 2125790 h 3429000"/>
              <a:gd name="connsiteX22" fmla="*/ 2438400 w 4876800"/>
              <a:gd name="connsiteY22" fmla="*/ 2335025 h 3429000"/>
              <a:gd name="connsiteX23" fmla="*/ 2943273 w 4876800"/>
              <a:gd name="connsiteY23" fmla="*/ 2126056 h 3429000"/>
              <a:gd name="connsiteX24" fmla="*/ 3153652 w 4876800"/>
              <a:gd name="connsiteY24" fmla="*/ 1916782 h 3429000"/>
              <a:gd name="connsiteX25" fmla="*/ 4387968 w 4876800"/>
              <a:gd name="connsiteY25" fmla="*/ 3143250 h 3429000"/>
              <a:gd name="connsiteX26" fmla="*/ 488833 w 4876800"/>
              <a:gd name="connsiteY26" fmla="*/ 3143250 h 3429000"/>
              <a:gd name="connsiteX27" fmla="*/ 4591050 w 4876800"/>
              <a:gd name="connsiteY27" fmla="*/ 2942216 h 3429000"/>
              <a:gd name="connsiteX28" fmla="*/ 3356248 w 4876800"/>
              <a:gd name="connsiteY28" fmla="*/ 1715262 h 3429000"/>
              <a:gd name="connsiteX29" fmla="*/ 4591050 w 4876800"/>
              <a:gd name="connsiteY29" fmla="*/ 486966 h 3429000"/>
              <a:gd name="connsiteX30" fmla="*/ 4591050 w 4876800"/>
              <a:gd name="connsiteY30" fmla="*/ 2942216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876800" h="3429000">
                <a:moveTo>
                  <a:pt x="4448175" y="0"/>
                </a:moveTo>
                <a:lnTo>
                  <a:pt x="428625" y="0"/>
                </a:lnTo>
                <a:cubicBezTo>
                  <a:pt x="191805" y="0"/>
                  <a:pt x="0" y="192996"/>
                  <a:pt x="0" y="428625"/>
                </a:cubicBezTo>
                <a:lnTo>
                  <a:pt x="0" y="3000375"/>
                </a:lnTo>
                <a:cubicBezTo>
                  <a:pt x="0" y="3237405"/>
                  <a:pt x="193215" y="3429000"/>
                  <a:pt x="428625" y="3429000"/>
                </a:cubicBezTo>
                <a:lnTo>
                  <a:pt x="4448175" y="3429000"/>
                </a:lnTo>
                <a:cubicBezTo>
                  <a:pt x="4683014" y="3429000"/>
                  <a:pt x="4876800" y="3238214"/>
                  <a:pt x="4876800" y="3000375"/>
                </a:cubicBezTo>
                <a:lnTo>
                  <a:pt x="4876800" y="428625"/>
                </a:lnTo>
                <a:cubicBezTo>
                  <a:pt x="4876800" y="193415"/>
                  <a:pt x="4685757" y="0"/>
                  <a:pt x="4448175" y="0"/>
                </a:cubicBezTo>
                <a:close/>
                <a:moveTo>
                  <a:pt x="4388149" y="285750"/>
                </a:moveTo>
                <a:cubicBezTo>
                  <a:pt x="4300576" y="372856"/>
                  <a:pt x="2793521" y="1871977"/>
                  <a:pt x="2741486" y="1923736"/>
                </a:cubicBezTo>
                <a:cubicBezTo>
                  <a:pt x="2660523" y="2004698"/>
                  <a:pt x="2552891" y="2049275"/>
                  <a:pt x="2438400" y="2049275"/>
                </a:cubicBezTo>
                <a:cubicBezTo>
                  <a:pt x="2323910" y="2049275"/>
                  <a:pt x="2216277" y="2004689"/>
                  <a:pt x="2135048" y="1923469"/>
                </a:cubicBezTo>
                <a:cubicBezTo>
                  <a:pt x="2100053" y="1888655"/>
                  <a:pt x="609629" y="406089"/>
                  <a:pt x="488652" y="285750"/>
                </a:cubicBezTo>
                <a:lnTo>
                  <a:pt x="4388149" y="285750"/>
                </a:lnTo>
                <a:close/>
                <a:moveTo>
                  <a:pt x="285750" y="2942216"/>
                </a:moveTo>
                <a:lnTo>
                  <a:pt x="285750" y="486966"/>
                </a:lnTo>
                <a:lnTo>
                  <a:pt x="1520552" y="1715262"/>
                </a:lnTo>
                <a:lnTo>
                  <a:pt x="285750" y="2942216"/>
                </a:lnTo>
                <a:close/>
                <a:moveTo>
                  <a:pt x="488833" y="3143250"/>
                </a:moveTo>
                <a:lnTo>
                  <a:pt x="1723149" y="1916782"/>
                </a:lnTo>
                <a:lnTo>
                  <a:pt x="1933261" y="2125790"/>
                </a:lnTo>
                <a:cubicBezTo>
                  <a:pt x="2068192" y="2260721"/>
                  <a:pt x="2247586" y="2335025"/>
                  <a:pt x="2438400" y="2335025"/>
                </a:cubicBezTo>
                <a:cubicBezTo>
                  <a:pt x="2629214" y="2335025"/>
                  <a:pt x="2808608" y="2260721"/>
                  <a:pt x="2943273" y="2126056"/>
                </a:cubicBezTo>
                <a:lnTo>
                  <a:pt x="3153652" y="1916782"/>
                </a:lnTo>
                <a:lnTo>
                  <a:pt x="4387968" y="3143250"/>
                </a:lnTo>
                <a:lnTo>
                  <a:pt x="488833" y="3143250"/>
                </a:lnTo>
                <a:close/>
                <a:moveTo>
                  <a:pt x="4591050" y="2942216"/>
                </a:moveTo>
                <a:lnTo>
                  <a:pt x="3356248" y="1715262"/>
                </a:lnTo>
                <a:lnTo>
                  <a:pt x="4591050" y="486966"/>
                </a:lnTo>
                <a:lnTo>
                  <a:pt x="4591050" y="294221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Espace réservé pour une image  2">
            <a:extLst>
              <a:ext uri="{FF2B5EF4-FFF2-40B4-BE49-F238E27FC236}">
                <a16:creationId xmlns:a16="http://schemas.microsoft.com/office/drawing/2014/main" id="{2EA69F2E-2A3A-64CF-EF20-7D9312D15584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732638" y="1124584"/>
            <a:ext cx="1405346" cy="1405346"/>
          </a:xfrm>
          <a:prstGeom prst="ellipse">
            <a:avLst/>
          </a:prstGeom>
          <a:solidFill>
            <a:schemeClr val="tx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676A7392-F6F4-885C-9CEB-D0E2EBB3415E}"/>
              </a:ext>
            </a:extLst>
          </p:cNvPr>
          <p:cNvSpPr txBox="1">
            <a:spLocks/>
          </p:cNvSpPr>
          <p:nvPr userDrawn="1"/>
        </p:nvSpPr>
        <p:spPr>
          <a:xfrm>
            <a:off x="3625662" y="5525756"/>
            <a:ext cx="1801952" cy="317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300">
                <a:solidFill>
                  <a:schemeClr val="bg1"/>
                </a:solidFill>
                <a:latin typeface="General Sans Semibold" pitchFamily="50" charset="0"/>
              </a:rPr>
              <a:t>generixgroup.com</a:t>
            </a:r>
            <a:endParaRPr lang="en-US" sz="1300">
              <a:solidFill>
                <a:schemeClr val="bg1"/>
              </a:solidFill>
              <a:latin typeface="General Sans Semibold" pitchFamily="50" charset="0"/>
            </a:endParaRPr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ED14F347-400F-659D-2F03-D83E09C6634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06340" y="1416560"/>
            <a:ext cx="3160448" cy="38916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FontTx/>
              <a:buNone/>
              <a:defRPr sz="1800" b="0">
                <a:solidFill>
                  <a:srgbClr val="002138"/>
                </a:solidFill>
                <a:latin typeface="General Sans Semibold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Name </a:t>
            </a:r>
            <a:r>
              <a:rPr lang="fr-FR" err="1"/>
              <a:t>Surname</a:t>
            </a:r>
            <a:endParaRPr lang="fr-FR"/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E2893B24-B325-EFBC-B4F8-707FF28984C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406340" y="1816691"/>
            <a:ext cx="3160448" cy="355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>
                <a:solidFill>
                  <a:srgbClr val="002138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1EA97851-D570-BB42-114D-A0686115B265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406339" y="2553965"/>
            <a:ext cx="3160447" cy="2762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200" b="0">
                <a:solidFill>
                  <a:srgbClr val="002138"/>
                </a:solidFill>
                <a:latin typeface="+mn-lt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C3BD17A2-3247-776B-EAF3-FEB8A6F1A6F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406340" y="2844688"/>
            <a:ext cx="3160446" cy="2762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200" b="0">
                <a:solidFill>
                  <a:srgbClr val="002138"/>
                </a:solidFill>
                <a:latin typeface="+mn-lt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49" name="Graphic 28">
            <a:extLst>
              <a:ext uri="{FF2B5EF4-FFF2-40B4-BE49-F238E27FC236}">
                <a16:creationId xmlns:a16="http://schemas.microsoft.com/office/drawing/2014/main" id="{097348A8-DF98-08F5-C565-C40B0F5A2F04}"/>
              </a:ext>
            </a:extLst>
          </p:cNvPr>
          <p:cNvSpPr/>
          <p:nvPr userDrawn="1"/>
        </p:nvSpPr>
        <p:spPr>
          <a:xfrm>
            <a:off x="8145422" y="4661527"/>
            <a:ext cx="200869" cy="189131"/>
          </a:xfrm>
          <a:custGeom>
            <a:avLst/>
            <a:gdLst>
              <a:gd name="connsiteX0" fmla="*/ 4424934 w 4572000"/>
              <a:gd name="connsiteY0" fmla="*/ 3290926 h 4572000"/>
              <a:gd name="connsiteX1" fmla="*/ 3256483 w 4572000"/>
              <a:gd name="connsiteY1" fmla="*/ 2673858 h 4572000"/>
              <a:gd name="connsiteX2" fmla="*/ 2932938 w 4572000"/>
              <a:gd name="connsiteY2" fmla="*/ 2938577 h 4572000"/>
              <a:gd name="connsiteX3" fmla="*/ 2817267 w 4572000"/>
              <a:gd name="connsiteY3" fmla="*/ 3072079 h 4572000"/>
              <a:gd name="connsiteX4" fmla="*/ 2565654 w 4572000"/>
              <a:gd name="connsiteY4" fmla="*/ 2969667 h 4572000"/>
              <a:gd name="connsiteX5" fmla="*/ 1602334 w 4572000"/>
              <a:gd name="connsiteY5" fmla="*/ 2006346 h 4572000"/>
              <a:gd name="connsiteX6" fmla="*/ 1499921 w 4572000"/>
              <a:gd name="connsiteY6" fmla="*/ 1754734 h 4572000"/>
              <a:gd name="connsiteX7" fmla="*/ 1634338 w 4572000"/>
              <a:gd name="connsiteY7" fmla="*/ 1638300 h 4572000"/>
              <a:gd name="connsiteX8" fmla="*/ 1898142 w 4572000"/>
              <a:gd name="connsiteY8" fmla="*/ 1315364 h 4572000"/>
              <a:gd name="connsiteX9" fmla="*/ 1281074 w 4572000"/>
              <a:gd name="connsiteY9" fmla="*/ 146914 h 4572000"/>
              <a:gd name="connsiteX10" fmla="*/ 1021080 w 4572000"/>
              <a:gd name="connsiteY10" fmla="*/ 0 h 4572000"/>
              <a:gd name="connsiteX11" fmla="*/ 0 w 4572000"/>
              <a:gd name="connsiteY11" fmla="*/ 1146200 h 4572000"/>
              <a:gd name="connsiteX12" fmla="*/ 1217371 w 4572000"/>
              <a:gd name="connsiteY12" fmla="*/ 3356001 h 4572000"/>
              <a:gd name="connsiteX13" fmla="*/ 3425800 w 4572000"/>
              <a:gd name="connsiteY13" fmla="*/ 4572000 h 4572000"/>
              <a:gd name="connsiteX14" fmla="*/ 4572000 w 4572000"/>
              <a:gd name="connsiteY14" fmla="*/ 3550920 h 4572000"/>
              <a:gd name="connsiteX15" fmla="*/ 4424934 w 4572000"/>
              <a:gd name="connsiteY15" fmla="*/ 3290926 h 4572000"/>
              <a:gd name="connsiteX16" fmla="*/ 3409036 w 4572000"/>
              <a:gd name="connsiteY16" fmla="*/ 4266286 h 4572000"/>
              <a:gd name="connsiteX17" fmla="*/ 1432865 w 4572000"/>
              <a:gd name="connsiteY17" fmla="*/ 3141269 h 4572000"/>
              <a:gd name="connsiteX18" fmla="*/ 305867 w 4572000"/>
              <a:gd name="connsiteY18" fmla="*/ 1163269 h 4572000"/>
              <a:gd name="connsiteX19" fmla="*/ 1023061 w 4572000"/>
              <a:gd name="connsiteY19" fmla="*/ 315773 h 4572000"/>
              <a:gd name="connsiteX20" fmla="*/ 1047598 w 4572000"/>
              <a:gd name="connsiteY20" fmla="*/ 342900 h 4572000"/>
              <a:gd name="connsiteX21" fmla="*/ 1592275 w 4572000"/>
              <a:gd name="connsiteY21" fmla="*/ 1266901 h 4572000"/>
              <a:gd name="connsiteX22" fmla="*/ 1437437 w 4572000"/>
              <a:gd name="connsiteY22" fmla="*/ 1405738 h 4572000"/>
              <a:gd name="connsiteX23" fmla="*/ 1207008 w 4572000"/>
              <a:gd name="connsiteY23" fmla="*/ 1622450 h 4572000"/>
              <a:gd name="connsiteX24" fmla="*/ 1169975 w 4572000"/>
              <a:gd name="connsiteY24" fmla="*/ 1674266 h 4572000"/>
              <a:gd name="connsiteX25" fmla="*/ 1180948 w 4572000"/>
              <a:gd name="connsiteY25" fmla="*/ 1736903 h 4572000"/>
              <a:gd name="connsiteX26" fmla="*/ 1328014 w 4572000"/>
              <a:gd name="connsiteY26" fmla="*/ 2139391 h 4572000"/>
              <a:gd name="connsiteX27" fmla="*/ 2432609 w 4572000"/>
              <a:gd name="connsiteY27" fmla="*/ 3243834 h 4572000"/>
              <a:gd name="connsiteX28" fmla="*/ 2835097 w 4572000"/>
              <a:gd name="connsiteY28" fmla="*/ 3391052 h 4572000"/>
              <a:gd name="connsiteX29" fmla="*/ 2897734 w 4572000"/>
              <a:gd name="connsiteY29" fmla="*/ 3402025 h 4572000"/>
              <a:gd name="connsiteX30" fmla="*/ 2949550 w 4572000"/>
              <a:gd name="connsiteY30" fmla="*/ 3364992 h 4572000"/>
              <a:gd name="connsiteX31" fmla="*/ 3167177 w 4572000"/>
              <a:gd name="connsiteY31" fmla="*/ 3133649 h 4572000"/>
              <a:gd name="connsiteX32" fmla="*/ 3302813 w 4572000"/>
              <a:gd name="connsiteY32" fmla="*/ 2979115 h 4572000"/>
              <a:gd name="connsiteX33" fmla="*/ 4229100 w 4572000"/>
              <a:gd name="connsiteY33" fmla="*/ 3524402 h 4572000"/>
              <a:gd name="connsiteX34" fmla="*/ 4256532 w 4572000"/>
              <a:gd name="connsiteY34" fmla="*/ 3548634 h 4572000"/>
              <a:gd name="connsiteX35" fmla="*/ 3409036 w 4572000"/>
              <a:gd name="connsiteY35" fmla="*/ 4265981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72000" h="4572000">
                <a:moveTo>
                  <a:pt x="4424934" y="3290926"/>
                </a:moveTo>
                <a:cubicBezTo>
                  <a:pt x="4416857" y="3284220"/>
                  <a:pt x="3504133" y="2631034"/>
                  <a:pt x="3256483" y="2673858"/>
                </a:cubicBezTo>
                <a:cubicBezTo>
                  <a:pt x="3137459" y="2694889"/>
                  <a:pt x="3069336" y="2775966"/>
                  <a:pt x="2932938" y="2938577"/>
                </a:cubicBezTo>
                <a:cubicBezTo>
                  <a:pt x="2910992" y="2964790"/>
                  <a:pt x="2858110" y="3027426"/>
                  <a:pt x="2817267" y="3072079"/>
                </a:cubicBezTo>
                <a:cubicBezTo>
                  <a:pt x="2731058" y="3043994"/>
                  <a:pt x="2646972" y="3009768"/>
                  <a:pt x="2565654" y="2969667"/>
                </a:cubicBezTo>
                <a:cubicBezTo>
                  <a:pt x="2145872" y="2765299"/>
                  <a:pt x="1806701" y="2426129"/>
                  <a:pt x="1602334" y="2006346"/>
                </a:cubicBezTo>
                <a:cubicBezTo>
                  <a:pt x="1562232" y="1925028"/>
                  <a:pt x="1528007" y="1840942"/>
                  <a:pt x="1499921" y="1754734"/>
                </a:cubicBezTo>
                <a:cubicBezTo>
                  <a:pt x="1544726" y="1713738"/>
                  <a:pt x="1607515" y="1660855"/>
                  <a:pt x="1634338" y="1638300"/>
                </a:cubicBezTo>
                <a:cubicBezTo>
                  <a:pt x="1796034" y="1502664"/>
                  <a:pt x="1877111" y="1434541"/>
                  <a:pt x="1898142" y="1315364"/>
                </a:cubicBezTo>
                <a:cubicBezTo>
                  <a:pt x="1941271" y="1068629"/>
                  <a:pt x="1287780" y="155143"/>
                  <a:pt x="1281074" y="146914"/>
                </a:cubicBezTo>
                <a:cubicBezTo>
                  <a:pt x="1220811" y="61448"/>
                  <a:pt x="1125385" y="7525"/>
                  <a:pt x="1021080" y="0"/>
                </a:cubicBezTo>
                <a:cubicBezTo>
                  <a:pt x="756209" y="0"/>
                  <a:pt x="0" y="980846"/>
                  <a:pt x="0" y="1146200"/>
                </a:cubicBezTo>
                <a:cubicBezTo>
                  <a:pt x="0" y="1155802"/>
                  <a:pt x="13868" y="2131771"/>
                  <a:pt x="1217371" y="3356001"/>
                </a:cubicBezTo>
                <a:cubicBezTo>
                  <a:pt x="2440229" y="4558132"/>
                  <a:pt x="3416199" y="4572000"/>
                  <a:pt x="3425800" y="4572000"/>
                </a:cubicBezTo>
                <a:cubicBezTo>
                  <a:pt x="3591154" y="4572000"/>
                  <a:pt x="4572000" y="3815791"/>
                  <a:pt x="4572000" y="3550920"/>
                </a:cubicBezTo>
                <a:cubicBezTo>
                  <a:pt x="4564482" y="3446576"/>
                  <a:pt x="4510491" y="3351128"/>
                  <a:pt x="4424934" y="3290926"/>
                </a:cubicBezTo>
                <a:close/>
                <a:moveTo>
                  <a:pt x="3409036" y="4266286"/>
                </a:moveTo>
                <a:cubicBezTo>
                  <a:pt x="3275838" y="4255313"/>
                  <a:pt x="2456841" y="4147261"/>
                  <a:pt x="1432865" y="3141269"/>
                </a:cubicBezTo>
                <a:cubicBezTo>
                  <a:pt x="421691" y="2111807"/>
                  <a:pt x="316382" y="1290523"/>
                  <a:pt x="305867" y="1163269"/>
                </a:cubicBezTo>
                <a:cubicBezTo>
                  <a:pt x="505629" y="849728"/>
                  <a:pt x="746881" y="564645"/>
                  <a:pt x="1023061" y="315773"/>
                </a:cubicBezTo>
                <a:cubicBezTo>
                  <a:pt x="1029157" y="321869"/>
                  <a:pt x="1037234" y="331013"/>
                  <a:pt x="1047598" y="342900"/>
                </a:cubicBezTo>
                <a:cubicBezTo>
                  <a:pt x="1259407" y="632038"/>
                  <a:pt x="1441868" y="941568"/>
                  <a:pt x="1592275" y="1266901"/>
                </a:cubicBezTo>
                <a:cubicBezTo>
                  <a:pt x="1543364" y="1316107"/>
                  <a:pt x="1491666" y="1362462"/>
                  <a:pt x="1437437" y="1405738"/>
                </a:cubicBezTo>
                <a:cubicBezTo>
                  <a:pt x="1353341" y="1469814"/>
                  <a:pt x="1276119" y="1542441"/>
                  <a:pt x="1207008" y="1622450"/>
                </a:cubicBezTo>
                <a:lnTo>
                  <a:pt x="1169975" y="1674266"/>
                </a:lnTo>
                <a:lnTo>
                  <a:pt x="1180948" y="1736903"/>
                </a:lnTo>
                <a:cubicBezTo>
                  <a:pt x="1213200" y="1876612"/>
                  <a:pt x="1262596" y="2011800"/>
                  <a:pt x="1328014" y="2139391"/>
                </a:cubicBezTo>
                <a:cubicBezTo>
                  <a:pt x="1562388" y="2620674"/>
                  <a:pt x="1951294" y="3009527"/>
                  <a:pt x="2432609" y="3243834"/>
                </a:cubicBezTo>
                <a:cubicBezTo>
                  <a:pt x="2560175" y="3309346"/>
                  <a:pt x="2695368" y="3358795"/>
                  <a:pt x="2835097" y="3391052"/>
                </a:cubicBezTo>
                <a:lnTo>
                  <a:pt x="2897734" y="3402025"/>
                </a:lnTo>
                <a:lnTo>
                  <a:pt x="2949550" y="3364992"/>
                </a:lnTo>
                <a:cubicBezTo>
                  <a:pt x="3029863" y="3295575"/>
                  <a:pt x="3102792" y="3218050"/>
                  <a:pt x="3167177" y="3133649"/>
                </a:cubicBezTo>
                <a:cubicBezTo>
                  <a:pt x="3214878" y="3076651"/>
                  <a:pt x="3278734" y="3000604"/>
                  <a:pt x="3302813" y="2979115"/>
                </a:cubicBezTo>
                <a:cubicBezTo>
                  <a:pt x="3629070" y="3129375"/>
                  <a:pt x="3939393" y="3312056"/>
                  <a:pt x="4229100" y="3524402"/>
                </a:cubicBezTo>
                <a:cubicBezTo>
                  <a:pt x="4241749" y="3535070"/>
                  <a:pt x="4250589" y="3543300"/>
                  <a:pt x="4256532" y="3548634"/>
                </a:cubicBezTo>
                <a:cubicBezTo>
                  <a:pt x="4007700" y="3824899"/>
                  <a:pt x="3722612" y="4066206"/>
                  <a:pt x="3409036" y="4265981"/>
                </a:cubicBezTo>
                <a:close/>
              </a:path>
            </a:pathLst>
          </a:custGeom>
          <a:solidFill>
            <a:schemeClr val="accent1"/>
          </a:solidFill>
          <a:ln w="1524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Graphic 34">
            <a:extLst>
              <a:ext uri="{FF2B5EF4-FFF2-40B4-BE49-F238E27FC236}">
                <a16:creationId xmlns:a16="http://schemas.microsoft.com/office/drawing/2014/main" id="{F6ECAC9D-E20F-2D57-D786-469B9233046F}"/>
              </a:ext>
            </a:extLst>
          </p:cNvPr>
          <p:cNvSpPr/>
          <p:nvPr userDrawn="1"/>
        </p:nvSpPr>
        <p:spPr>
          <a:xfrm>
            <a:off x="8152860" y="5279623"/>
            <a:ext cx="185195" cy="174373"/>
          </a:xfrm>
          <a:custGeom>
            <a:avLst/>
            <a:gdLst>
              <a:gd name="connsiteX0" fmla="*/ 2286000 w 4572000"/>
              <a:gd name="connsiteY0" fmla="*/ 0 h 4572000"/>
              <a:gd name="connsiteX1" fmla="*/ 0 w 4572000"/>
              <a:gd name="connsiteY1" fmla="*/ 2286000 h 4572000"/>
              <a:gd name="connsiteX2" fmla="*/ 2286000 w 4572000"/>
              <a:gd name="connsiteY2" fmla="*/ 4572000 h 4572000"/>
              <a:gd name="connsiteX3" fmla="*/ 4572000 w 4572000"/>
              <a:gd name="connsiteY3" fmla="*/ 2286000 h 4572000"/>
              <a:gd name="connsiteX4" fmla="*/ 2286000 w 4572000"/>
              <a:gd name="connsiteY4" fmla="*/ 0 h 4572000"/>
              <a:gd name="connsiteX5" fmla="*/ 2286000 w 4572000"/>
              <a:gd name="connsiteY5" fmla="*/ 4267200 h 4572000"/>
              <a:gd name="connsiteX6" fmla="*/ 1478280 w 4572000"/>
              <a:gd name="connsiteY6" fmla="*/ 3200400 h 4572000"/>
              <a:gd name="connsiteX7" fmla="*/ 3093720 w 4572000"/>
              <a:gd name="connsiteY7" fmla="*/ 3200400 h 4572000"/>
              <a:gd name="connsiteX8" fmla="*/ 2286000 w 4572000"/>
              <a:gd name="connsiteY8" fmla="*/ 4267200 h 4572000"/>
              <a:gd name="connsiteX9" fmla="*/ 1416406 w 4572000"/>
              <a:gd name="connsiteY9" fmla="*/ 2895600 h 4572000"/>
              <a:gd name="connsiteX10" fmla="*/ 1416406 w 4572000"/>
              <a:gd name="connsiteY10" fmla="*/ 1676400 h 4572000"/>
              <a:gd name="connsiteX11" fmla="*/ 3155594 w 4572000"/>
              <a:gd name="connsiteY11" fmla="*/ 1676400 h 4572000"/>
              <a:gd name="connsiteX12" fmla="*/ 3200400 w 4572000"/>
              <a:gd name="connsiteY12" fmla="*/ 2286000 h 4572000"/>
              <a:gd name="connsiteX13" fmla="*/ 3155594 w 4572000"/>
              <a:gd name="connsiteY13" fmla="*/ 2895600 h 4572000"/>
              <a:gd name="connsiteX14" fmla="*/ 304800 w 4572000"/>
              <a:gd name="connsiteY14" fmla="*/ 2286000 h 4572000"/>
              <a:gd name="connsiteX15" fmla="*/ 401726 w 4572000"/>
              <a:gd name="connsiteY15" fmla="*/ 1676400 h 4572000"/>
              <a:gd name="connsiteX16" fmla="*/ 1110387 w 4572000"/>
              <a:gd name="connsiteY16" fmla="*/ 1676400 h 4572000"/>
              <a:gd name="connsiteX17" fmla="*/ 1110387 w 4572000"/>
              <a:gd name="connsiteY17" fmla="*/ 2895600 h 4572000"/>
              <a:gd name="connsiteX18" fmla="*/ 401726 w 4572000"/>
              <a:gd name="connsiteY18" fmla="*/ 2895600 h 4572000"/>
              <a:gd name="connsiteX19" fmla="*/ 304800 w 4572000"/>
              <a:gd name="connsiteY19" fmla="*/ 2286000 h 4572000"/>
              <a:gd name="connsiteX20" fmla="*/ 2286000 w 4572000"/>
              <a:gd name="connsiteY20" fmla="*/ 304800 h 4572000"/>
              <a:gd name="connsiteX21" fmla="*/ 3093720 w 4572000"/>
              <a:gd name="connsiteY21" fmla="*/ 1371600 h 4572000"/>
              <a:gd name="connsiteX22" fmla="*/ 1478280 w 4572000"/>
              <a:gd name="connsiteY22" fmla="*/ 1371600 h 4572000"/>
              <a:gd name="connsiteX23" fmla="*/ 2286000 w 4572000"/>
              <a:gd name="connsiteY23" fmla="*/ 304800 h 4572000"/>
              <a:gd name="connsiteX24" fmla="*/ 3461614 w 4572000"/>
              <a:gd name="connsiteY24" fmla="*/ 1676400 h 4572000"/>
              <a:gd name="connsiteX25" fmla="*/ 4170274 w 4572000"/>
              <a:gd name="connsiteY25" fmla="*/ 1676400 h 4572000"/>
              <a:gd name="connsiteX26" fmla="*/ 4170274 w 4572000"/>
              <a:gd name="connsiteY26" fmla="*/ 2895600 h 4572000"/>
              <a:gd name="connsiteX27" fmla="*/ 3461614 w 4572000"/>
              <a:gd name="connsiteY27" fmla="*/ 2895600 h 4572000"/>
              <a:gd name="connsiteX28" fmla="*/ 3505200 w 4572000"/>
              <a:gd name="connsiteY28" fmla="*/ 2286000 h 4572000"/>
              <a:gd name="connsiteX29" fmla="*/ 3461614 w 4572000"/>
              <a:gd name="connsiteY29" fmla="*/ 1676400 h 4572000"/>
              <a:gd name="connsiteX30" fmla="*/ 4041801 w 4572000"/>
              <a:gd name="connsiteY30" fmla="*/ 1371600 h 4572000"/>
              <a:gd name="connsiteX31" fmla="*/ 3406750 w 4572000"/>
              <a:gd name="connsiteY31" fmla="*/ 1371600 h 4572000"/>
              <a:gd name="connsiteX32" fmla="*/ 3015539 w 4572000"/>
              <a:gd name="connsiteY32" fmla="*/ 445770 h 4572000"/>
              <a:gd name="connsiteX33" fmla="*/ 4041801 w 4572000"/>
              <a:gd name="connsiteY33" fmla="*/ 1371600 h 4572000"/>
              <a:gd name="connsiteX34" fmla="*/ 1556461 w 4572000"/>
              <a:gd name="connsiteY34" fmla="*/ 445770 h 4572000"/>
              <a:gd name="connsiteX35" fmla="*/ 1165250 w 4572000"/>
              <a:gd name="connsiteY35" fmla="*/ 1371600 h 4572000"/>
              <a:gd name="connsiteX36" fmla="*/ 530200 w 4572000"/>
              <a:gd name="connsiteY36" fmla="*/ 1371600 h 4572000"/>
              <a:gd name="connsiteX37" fmla="*/ 1556461 w 4572000"/>
              <a:gd name="connsiteY37" fmla="*/ 445770 h 4572000"/>
              <a:gd name="connsiteX38" fmla="*/ 530200 w 4572000"/>
              <a:gd name="connsiteY38" fmla="*/ 3200400 h 4572000"/>
              <a:gd name="connsiteX39" fmla="*/ 1165250 w 4572000"/>
              <a:gd name="connsiteY39" fmla="*/ 3200400 h 4572000"/>
              <a:gd name="connsiteX40" fmla="*/ 1556461 w 4572000"/>
              <a:gd name="connsiteY40" fmla="*/ 4126230 h 4572000"/>
              <a:gd name="connsiteX41" fmla="*/ 530200 w 4572000"/>
              <a:gd name="connsiteY41" fmla="*/ 3200400 h 4572000"/>
              <a:gd name="connsiteX42" fmla="*/ 3015539 w 4572000"/>
              <a:gd name="connsiteY42" fmla="*/ 4126230 h 4572000"/>
              <a:gd name="connsiteX43" fmla="*/ 3406750 w 4572000"/>
              <a:gd name="connsiteY43" fmla="*/ 3200400 h 4572000"/>
              <a:gd name="connsiteX44" fmla="*/ 4041801 w 4572000"/>
              <a:gd name="connsiteY44" fmla="*/ 3200400 h 4572000"/>
              <a:gd name="connsiteX45" fmla="*/ 3015539 w 4572000"/>
              <a:gd name="connsiteY45" fmla="*/ 412623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1023477" y="0"/>
                  <a:pt x="0" y="1023477"/>
                  <a:pt x="0" y="2286000"/>
                </a:cubicBezTo>
                <a:cubicBezTo>
                  <a:pt x="0" y="3548523"/>
                  <a:pt x="1023477" y="4572000"/>
                  <a:pt x="2286000" y="4572000"/>
                </a:cubicBezTo>
                <a:cubicBezTo>
                  <a:pt x="3548523" y="4572000"/>
                  <a:pt x="4572000" y="3548523"/>
                  <a:pt x="4572000" y="2286000"/>
                </a:cubicBezTo>
                <a:cubicBezTo>
                  <a:pt x="4570572" y="1024069"/>
                  <a:pt x="3547931" y="1428"/>
                  <a:pt x="2286000" y="0"/>
                </a:cubicBezTo>
                <a:close/>
                <a:moveTo>
                  <a:pt x="2286000" y="4267200"/>
                </a:moveTo>
                <a:cubicBezTo>
                  <a:pt x="1971294" y="4267200"/>
                  <a:pt x="1641805" y="3861511"/>
                  <a:pt x="1478280" y="3200400"/>
                </a:cubicBezTo>
                <a:lnTo>
                  <a:pt x="3093720" y="3200400"/>
                </a:lnTo>
                <a:cubicBezTo>
                  <a:pt x="2930195" y="3861511"/>
                  <a:pt x="2600706" y="4267200"/>
                  <a:pt x="2286000" y="4267200"/>
                </a:cubicBezTo>
                <a:close/>
                <a:moveTo>
                  <a:pt x="1416406" y="2895600"/>
                </a:moveTo>
                <a:cubicBezTo>
                  <a:pt x="1356665" y="2491395"/>
                  <a:pt x="1356665" y="2080605"/>
                  <a:pt x="1416406" y="1676400"/>
                </a:cubicBezTo>
                <a:lnTo>
                  <a:pt x="3155594" y="1676400"/>
                </a:lnTo>
                <a:cubicBezTo>
                  <a:pt x="3185820" y="1878186"/>
                  <a:pt x="3200798" y="2081963"/>
                  <a:pt x="3200400" y="2286000"/>
                </a:cubicBezTo>
                <a:cubicBezTo>
                  <a:pt x="3200798" y="2490037"/>
                  <a:pt x="3185820" y="2693814"/>
                  <a:pt x="3155594" y="2895600"/>
                </a:cubicBezTo>
                <a:close/>
                <a:moveTo>
                  <a:pt x="304800" y="2286000"/>
                </a:moveTo>
                <a:cubicBezTo>
                  <a:pt x="304910" y="2078972"/>
                  <a:pt x="337620" y="1873253"/>
                  <a:pt x="401726" y="1676400"/>
                </a:cubicBezTo>
                <a:lnTo>
                  <a:pt x="1110387" y="1676400"/>
                </a:lnTo>
                <a:cubicBezTo>
                  <a:pt x="1052271" y="2080722"/>
                  <a:pt x="1052271" y="2491278"/>
                  <a:pt x="1110387" y="2895600"/>
                </a:cubicBezTo>
                <a:lnTo>
                  <a:pt x="401726" y="2895600"/>
                </a:lnTo>
                <a:cubicBezTo>
                  <a:pt x="337620" y="2698748"/>
                  <a:pt x="304910" y="2493028"/>
                  <a:pt x="304800" y="2286000"/>
                </a:cubicBezTo>
                <a:close/>
                <a:moveTo>
                  <a:pt x="2286000" y="304800"/>
                </a:moveTo>
                <a:cubicBezTo>
                  <a:pt x="2600706" y="304800"/>
                  <a:pt x="2930195" y="710489"/>
                  <a:pt x="3093720" y="1371600"/>
                </a:cubicBezTo>
                <a:lnTo>
                  <a:pt x="1478280" y="1371600"/>
                </a:lnTo>
                <a:cubicBezTo>
                  <a:pt x="1641805" y="710489"/>
                  <a:pt x="1971294" y="304800"/>
                  <a:pt x="2286000" y="304800"/>
                </a:cubicBezTo>
                <a:close/>
                <a:moveTo>
                  <a:pt x="3461614" y="1676400"/>
                </a:moveTo>
                <a:lnTo>
                  <a:pt x="4170274" y="1676400"/>
                </a:lnTo>
                <a:cubicBezTo>
                  <a:pt x="4299474" y="2072532"/>
                  <a:pt x="4299474" y="2499469"/>
                  <a:pt x="4170274" y="2895600"/>
                </a:cubicBezTo>
                <a:lnTo>
                  <a:pt x="3461614" y="2895600"/>
                </a:lnTo>
                <a:cubicBezTo>
                  <a:pt x="3490514" y="2693684"/>
                  <a:pt x="3505079" y="2489974"/>
                  <a:pt x="3505200" y="2286000"/>
                </a:cubicBezTo>
                <a:cubicBezTo>
                  <a:pt x="3505079" y="2082026"/>
                  <a:pt x="3490514" y="1878317"/>
                  <a:pt x="3461614" y="1676400"/>
                </a:cubicBezTo>
                <a:close/>
                <a:moveTo>
                  <a:pt x="4041801" y="1371600"/>
                </a:moveTo>
                <a:lnTo>
                  <a:pt x="3406750" y="1371600"/>
                </a:lnTo>
                <a:cubicBezTo>
                  <a:pt x="3338928" y="1040133"/>
                  <a:pt x="3205953" y="725436"/>
                  <a:pt x="3015539" y="445770"/>
                </a:cubicBezTo>
                <a:cubicBezTo>
                  <a:pt x="3457216" y="621914"/>
                  <a:pt x="3821259" y="950331"/>
                  <a:pt x="4041801" y="1371600"/>
                </a:cubicBezTo>
                <a:close/>
                <a:moveTo>
                  <a:pt x="1556461" y="445770"/>
                </a:moveTo>
                <a:cubicBezTo>
                  <a:pt x="1366048" y="725436"/>
                  <a:pt x="1233072" y="1040133"/>
                  <a:pt x="1165250" y="1371600"/>
                </a:cubicBezTo>
                <a:lnTo>
                  <a:pt x="530200" y="1371600"/>
                </a:lnTo>
                <a:cubicBezTo>
                  <a:pt x="750741" y="950331"/>
                  <a:pt x="1114784" y="621914"/>
                  <a:pt x="1556461" y="445770"/>
                </a:cubicBezTo>
                <a:close/>
                <a:moveTo>
                  <a:pt x="530200" y="3200400"/>
                </a:moveTo>
                <a:lnTo>
                  <a:pt x="1165250" y="3200400"/>
                </a:lnTo>
                <a:cubicBezTo>
                  <a:pt x="1233072" y="3531867"/>
                  <a:pt x="1366048" y="3846564"/>
                  <a:pt x="1556461" y="4126230"/>
                </a:cubicBezTo>
                <a:cubicBezTo>
                  <a:pt x="1114784" y="3950086"/>
                  <a:pt x="750741" y="3621669"/>
                  <a:pt x="530200" y="3200400"/>
                </a:cubicBezTo>
                <a:close/>
                <a:moveTo>
                  <a:pt x="3015539" y="4126230"/>
                </a:moveTo>
                <a:cubicBezTo>
                  <a:pt x="3205953" y="3846565"/>
                  <a:pt x="3338929" y="3531867"/>
                  <a:pt x="3406750" y="3200400"/>
                </a:cubicBezTo>
                <a:lnTo>
                  <a:pt x="4041801" y="3200400"/>
                </a:lnTo>
                <a:cubicBezTo>
                  <a:pt x="3821259" y="3621669"/>
                  <a:pt x="3457216" y="3950086"/>
                  <a:pt x="3015539" y="4126230"/>
                </a:cubicBezTo>
                <a:close/>
              </a:path>
            </a:pathLst>
          </a:custGeom>
          <a:solidFill>
            <a:schemeClr val="accent1"/>
          </a:solidFill>
          <a:ln w="1524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Graphic 37">
            <a:extLst>
              <a:ext uri="{FF2B5EF4-FFF2-40B4-BE49-F238E27FC236}">
                <a16:creationId xmlns:a16="http://schemas.microsoft.com/office/drawing/2014/main" id="{0F6E9597-16AA-749F-0471-81D18A3F0B41}"/>
              </a:ext>
            </a:extLst>
          </p:cNvPr>
          <p:cNvSpPr/>
          <p:nvPr userDrawn="1"/>
        </p:nvSpPr>
        <p:spPr>
          <a:xfrm>
            <a:off x="8145422" y="4996313"/>
            <a:ext cx="200869" cy="146281"/>
          </a:xfrm>
          <a:custGeom>
            <a:avLst/>
            <a:gdLst>
              <a:gd name="connsiteX0" fmla="*/ 4448175 w 4876800"/>
              <a:gd name="connsiteY0" fmla="*/ 0 h 3429000"/>
              <a:gd name="connsiteX1" fmla="*/ 428625 w 4876800"/>
              <a:gd name="connsiteY1" fmla="*/ 0 h 3429000"/>
              <a:gd name="connsiteX2" fmla="*/ 0 w 4876800"/>
              <a:gd name="connsiteY2" fmla="*/ 428625 h 3429000"/>
              <a:gd name="connsiteX3" fmla="*/ 0 w 4876800"/>
              <a:gd name="connsiteY3" fmla="*/ 3000375 h 3429000"/>
              <a:gd name="connsiteX4" fmla="*/ 428625 w 4876800"/>
              <a:gd name="connsiteY4" fmla="*/ 3429000 h 3429000"/>
              <a:gd name="connsiteX5" fmla="*/ 4448175 w 4876800"/>
              <a:gd name="connsiteY5" fmla="*/ 3429000 h 3429000"/>
              <a:gd name="connsiteX6" fmla="*/ 4876800 w 4876800"/>
              <a:gd name="connsiteY6" fmla="*/ 3000375 h 3429000"/>
              <a:gd name="connsiteX7" fmla="*/ 4876800 w 4876800"/>
              <a:gd name="connsiteY7" fmla="*/ 428625 h 3429000"/>
              <a:gd name="connsiteX8" fmla="*/ 4448175 w 4876800"/>
              <a:gd name="connsiteY8" fmla="*/ 0 h 3429000"/>
              <a:gd name="connsiteX9" fmla="*/ 4388149 w 4876800"/>
              <a:gd name="connsiteY9" fmla="*/ 285750 h 3429000"/>
              <a:gd name="connsiteX10" fmla="*/ 2741486 w 4876800"/>
              <a:gd name="connsiteY10" fmla="*/ 1923736 h 3429000"/>
              <a:gd name="connsiteX11" fmla="*/ 2438400 w 4876800"/>
              <a:gd name="connsiteY11" fmla="*/ 2049275 h 3429000"/>
              <a:gd name="connsiteX12" fmla="*/ 2135048 w 4876800"/>
              <a:gd name="connsiteY12" fmla="*/ 1923469 h 3429000"/>
              <a:gd name="connsiteX13" fmla="*/ 488652 w 4876800"/>
              <a:gd name="connsiteY13" fmla="*/ 285750 h 3429000"/>
              <a:gd name="connsiteX14" fmla="*/ 4388149 w 4876800"/>
              <a:gd name="connsiteY14" fmla="*/ 285750 h 3429000"/>
              <a:gd name="connsiteX15" fmla="*/ 285750 w 4876800"/>
              <a:gd name="connsiteY15" fmla="*/ 2942216 h 3429000"/>
              <a:gd name="connsiteX16" fmla="*/ 285750 w 4876800"/>
              <a:gd name="connsiteY16" fmla="*/ 486966 h 3429000"/>
              <a:gd name="connsiteX17" fmla="*/ 1520552 w 4876800"/>
              <a:gd name="connsiteY17" fmla="*/ 1715262 h 3429000"/>
              <a:gd name="connsiteX18" fmla="*/ 285750 w 4876800"/>
              <a:gd name="connsiteY18" fmla="*/ 2942216 h 3429000"/>
              <a:gd name="connsiteX19" fmla="*/ 488833 w 4876800"/>
              <a:gd name="connsiteY19" fmla="*/ 3143250 h 3429000"/>
              <a:gd name="connsiteX20" fmla="*/ 1723149 w 4876800"/>
              <a:gd name="connsiteY20" fmla="*/ 1916782 h 3429000"/>
              <a:gd name="connsiteX21" fmla="*/ 1933261 w 4876800"/>
              <a:gd name="connsiteY21" fmla="*/ 2125790 h 3429000"/>
              <a:gd name="connsiteX22" fmla="*/ 2438400 w 4876800"/>
              <a:gd name="connsiteY22" fmla="*/ 2335025 h 3429000"/>
              <a:gd name="connsiteX23" fmla="*/ 2943273 w 4876800"/>
              <a:gd name="connsiteY23" fmla="*/ 2126056 h 3429000"/>
              <a:gd name="connsiteX24" fmla="*/ 3153652 w 4876800"/>
              <a:gd name="connsiteY24" fmla="*/ 1916782 h 3429000"/>
              <a:gd name="connsiteX25" fmla="*/ 4387968 w 4876800"/>
              <a:gd name="connsiteY25" fmla="*/ 3143250 h 3429000"/>
              <a:gd name="connsiteX26" fmla="*/ 488833 w 4876800"/>
              <a:gd name="connsiteY26" fmla="*/ 3143250 h 3429000"/>
              <a:gd name="connsiteX27" fmla="*/ 4591050 w 4876800"/>
              <a:gd name="connsiteY27" fmla="*/ 2942216 h 3429000"/>
              <a:gd name="connsiteX28" fmla="*/ 3356248 w 4876800"/>
              <a:gd name="connsiteY28" fmla="*/ 1715262 h 3429000"/>
              <a:gd name="connsiteX29" fmla="*/ 4591050 w 4876800"/>
              <a:gd name="connsiteY29" fmla="*/ 486966 h 3429000"/>
              <a:gd name="connsiteX30" fmla="*/ 4591050 w 4876800"/>
              <a:gd name="connsiteY30" fmla="*/ 2942216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876800" h="3429000">
                <a:moveTo>
                  <a:pt x="4448175" y="0"/>
                </a:moveTo>
                <a:lnTo>
                  <a:pt x="428625" y="0"/>
                </a:lnTo>
                <a:cubicBezTo>
                  <a:pt x="191805" y="0"/>
                  <a:pt x="0" y="192996"/>
                  <a:pt x="0" y="428625"/>
                </a:cubicBezTo>
                <a:lnTo>
                  <a:pt x="0" y="3000375"/>
                </a:lnTo>
                <a:cubicBezTo>
                  <a:pt x="0" y="3237405"/>
                  <a:pt x="193215" y="3429000"/>
                  <a:pt x="428625" y="3429000"/>
                </a:cubicBezTo>
                <a:lnTo>
                  <a:pt x="4448175" y="3429000"/>
                </a:lnTo>
                <a:cubicBezTo>
                  <a:pt x="4683014" y="3429000"/>
                  <a:pt x="4876800" y="3238214"/>
                  <a:pt x="4876800" y="3000375"/>
                </a:cubicBezTo>
                <a:lnTo>
                  <a:pt x="4876800" y="428625"/>
                </a:lnTo>
                <a:cubicBezTo>
                  <a:pt x="4876800" y="193415"/>
                  <a:pt x="4685757" y="0"/>
                  <a:pt x="4448175" y="0"/>
                </a:cubicBezTo>
                <a:close/>
                <a:moveTo>
                  <a:pt x="4388149" y="285750"/>
                </a:moveTo>
                <a:cubicBezTo>
                  <a:pt x="4300576" y="372856"/>
                  <a:pt x="2793521" y="1871977"/>
                  <a:pt x="2741486" y="1923736"/>
                </a:cubicBezTo>
                <a:cubicBezTo>
                  <a:pt x="2660523" y="2004698"/>
                  <a:pt x="2552891" y="2049275"/>
                  <a:pt x="2438400" y="2049275"/>
                </a:cubicBezTo>
                <a:cubicBezTo>
                  <a:pt x="2323910" y="2049275"/>
                  <a:pt x="2216277" y="2004689"/>
                  <a:pt x="2135048" y="1923469"/>
                </a:cubicBezTo>
                <a:cubicBezTo>
                  <a:pt x="2100053" y="1888655"/>
                  <a:pt x="609629" y="406089"/>
                  <a:pt x="488652" y="285750"/>
                </a:cubicBezTo>
                <a:lnTo>
                  <a:pt x="4388149" y="285750"/>
                </a:lnTo>
                <a:close/>
                <a:moveTo>
                  <a:pt x="285750" y="2942216"/>
                </a:moveTo>
                <a:lnTo>
                  <a:pt x="285750" y="486966"/>
                </a:lnTo>
                <a:lnTo>
                  <a:pt x="1520552" y="1715262"/>
                </a:lnTo>
                <a:lnTo>
                  <a:pt x="285750" y="2942216"/>
                </a:lnTo>
                <a:close/>
                <a:moveTo>
                  <a:pt x="488833" y="3143250"/>
                </a:moveTo>
                <a:lnTo>
                  <a:pt x="1723149" y="1916782"/>
                </a:lnTo>
                <a:lnTo>
                  <a:pt x="1933261" y="2125790"/>
                </a:lnTo>
                <a:cubicBezTo>
                  <a:pt x="2068192" y="2260721"/>
                  <a:pt x="2247586" y="2335025"/>
                  <a:pt x="2438400" y="2335025"/>
                </a:cubicBezTo>
                <a:cubicBezTo>
                  <a:pt x="2629214" y="2335025"/>
                  <a:pt x="2808608" y="2260721"/>
                  <a:pt x="2943273" y="2126056"/>
                </a:cubicBezTo>
                <a:lnTo>
                  <a:pt x="3153652" y="1916782"/>
                </a:lnTo>
                <a:lnTo>
                  <a:pt x="4387968" y="3143250"/>
                </a:lnTo>
                <a:lnTo>
                  <a:pt x="488833" y="3143250"/>
                </a:lnTo>
                <a:close/>
                <a:moveTo>
                  <a:pt x="4591050" y="2942216"/>
                </a:moveTo>
                <a:lnTo>
                  <a:pt x="3356248" y="1715262"/>
                </a:lnTo>
                <a:lnTo>
                  <a:pt x="4591050" y="486966"/>
                </a:lnTo>
                <a:lnTo>
                  <a:pt x="4591050" y="294221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Espace réservé pour une image  2">
            <a:extLst>
              <a:ext uri="{FF2B5EF4-FFF2-40B4-BE49-F238E27FC236}">
                <a16:creationId xmlns:a16="http://schemas.microsoft.com/office/drawing/2014/main" id="{7FC14990-76F5-5B66-D8A3-6DB589C23152}"/>
              </a:ext>
            </a:extLst>
          </p:cNvPr>
          <p:cNvSpPr>
            <a:spLocks noGrp="1"/>
          </p:cNvSpPr>
          <p:nvPr>
            <p:ph type="pic" idx="64"/>
          </p:nvPr>
        </p:nvSpPr>
        <p:spPr>
          <a:xfrm>
            <a:off x="6740076" y="3501191"/>
            <a:ext cx="1405346" cy="1405346"/>
          </a:xfrm>
          <a:prstGeom prst="ellipse">
            <a:avLst/>
          </a:prstGeom>
          <a:solidFill>
            <a:schemeClr val="tx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4" name="Espace réservé du texte 3">
            <a:extLst>
              <a:ext uri="{FF2B5EF4-FFF2-40B4-BE49-F238E27FC236}">
                <a16:creationId xmlns:a16="http://schemas.microsoft.com/office/drawing/2014/main" id="{354E5529-098A-8EAB-065C-07CB7966E80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413778" y="3793167"/>
            <a:ext cx="3160448" cy="38916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FontTx/>
              <a:buNone/>
              <a:defRPr sz="1800" b="0">
                <a:solidFill>
                  <a:srgbClr val="002138"/>
                </a:solidFill>
                <a:latin typeface="General Sans Semibold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Name </a:t>
            </a:r>
            <a:r>
              <a:rPr lang="fr-FR" err="1"/>
              <a:t>Surname</a:t>
            </a:r>
            <a:endParaRPr lang="fr-FR"/>
          </a:p>
        </p:txBody>
      </p:sp>
      <p:sp>
        <p:nvSpPr>
          <p:cNvPr id="55" name="Espace réservé du texte 3">
            <a:extLst>
              <a:ext uri="{FF2B5EF4-FFF2-40B4-BE49-F238E27FC236}">
                <a16:creationId xmlns:a16="http://schemas.microsoft.com/office/drawing/2014/main" id="{BEE2EE6C-D39D-0D2F-A457-D41ED942F58C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8413778" y="4193300"/>
            <a:ext cx="3160448" cy="3562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>
                <a:solidFill>
                  <a:srgbClr val="002138"/>
                </a:solidFill>
                <a:latin typeface="General Sans Medium" pitchFamily="50" charset="0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57" name="Espace réservé du texte 3">
            <a:extLst>
              <a:ext uri="{FF2B5EF4-FFF2-40B4-BE49-F238E27FC236}">
                <a16:creationId xmlns:a16="http://schemas.microsoft.com/office/drawing/2014/main" id="{C0B280D4-0DE2-3028-F219-2BF1753E556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8413777" y="4930572"/>
            <a:ext cx="3160447" cy="2762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200" b="0">
                <a:solidFill>
                  <a:srgbClr val="002138"/>
                </a:solidFill>
                <a:latin typeface="+mn-lt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58" name="Espace réservé du texte 3">
            <a:extLst>
              <a:ext uri="{FF2B5EF4-FFF2-40B4-BE49-F238E27FC236}">
                <a16:creationId xmlns:a16="http://schemas.microsoft.com/office/drawing/2014/main" id="{98EA80DF-056E-F5D6-1E24-8DF0BE3C79CA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413778" y="5221295"/>
            <a:ext cx="3160446" cy="2762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200" b="0">
                <a:solidFill>
                  <a:srgbClr val="002138"/>
                </a:solidFill>
                <a:latin typeface="+mn-lt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748CAE08-D371-2F1E-1D25-801B2D5D0D93}"/>
              </a:ext>
            </a:extLst>
          </p:cNvPr>
          <p:cNvCxnSpPr/>
          <p:nvPr userDrawn="1"/>
        </p:nvCxnSpPr>
        <p:spPr>
          <a:xfrm>
            <a:off x="8406339" y="2189730"/>
            <a:ext cx="93923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99135221-BA82-920A-83E6-F7059C4075B3}"/>
              </a:ext>
            </a:extLst>
          </p:cNvPr>
          <p:cNvCxnSpPr/>
          <p:nvPr userDrawn="1"/>
        </p:nvCxnSpPr>
        <p:spPr>
          <a:xfrm>
            <a:off x="8408950" y="4559989"/>
            <a:ext cx="93923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space réservé du texte 3">
            <a:extLst>
              <a:ext uri="{FF2B5EF4-FFF2-40B4-BE49-F238E27FC236}">
                <a16:creationId xmlns:a16="http://schemas.microsoft.com/office/drawing/2014/main" id="{15DE59ED-0E19-8487-9DE7-235DB2DA3021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402730" y="2257585"/>
            <a:ext cx="3163167" cy="2762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200" b="0">
                <a:solidFill>
                  <a:srgbClr val="002138"/>
                </a:solidFill>
                <a:latin typeface="+mn-lt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  <p:sp>
        <p:nvSpPr>
          <p:cNvPr id="63" name="Espace réservé du texte 3">
            <a:extLst>
              <a:ext uri="{FF2B5EF4-FFF2-40B4-BE49-F238E27FC236}">
                <a16:creationId xmlns:a16="http://schemas.microsoft.com/office/drawing/2014/main" id="{47D67F49-216F-B07F-7E1C-E0687B646D91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8412887" y="4634192"/>
            <a:ext cx="3160448" cy="2762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200" b="0">
                <a:solidFill>
                  <a:srgbClr val="002138"/>
                </a:solidFill>
                <a:latin typeface="+mn-lt"/>
              </a:defRPr>
            </a:lvl1pPr>
            <a:lvl2pPr marL="457200" indent="0">
              <a:buFontTx/>
              <a:buNone/>
              <a:defRPr sz="22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>
                <a:solidFill>
                  <a:schemeClr val="bg1"/>
                </a:solidFill>
              </a:defRPr>
            </a:lvl5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532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B5A7ECB-AD99-AE2D-AB56-1B6E473F5D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99145" y="0"/>
            <a:ext cx="859285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2346E-7A03-87D2-528C-9D6511331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-1"/>
            <a:ext cx="3599144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itre 8">
            <a:extLst>
              <a:ext uri="{FF2B5EF4-FFF2-40B4-BE49-F238E27FC236}">
                <a16:creationId xmlns:a16="http://schemas.microsoft.com/office/drawing/2014/main" id="{65EE6CC8-4DB8-0070-44E2-9C20805522FF}"/>
              </a:ext>
            </a:extLst>
          </p:cNvPr>
          <p:cNvSpPr txBox="1">
            <a:spLocks/>
          </p:cNvSpPr>
          <p:nvPr userDrawn="1"/>
        </p:nvSpPr>
        <p:spPr>
          <a:xfrm>
            <a:off x="656083" y="1882038"/>
            <a:ext cx="2108888" cy="343317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300" b="1" kern="1200" cap="none" spc="-150" baseline="0">
                <a:solidFill>
                  <a:schemeClr val="accent1"/>
                </a:solidFill>
                <a:latin typeface="Source Sans Pro" panose="020B0503030403020204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CA" sz="1600" b="0" spc="0" dirty="0">
                <a:solidFill>
                  <a:schemeClr val="bg1"/>
                </a:solidFill>
                <a:latin typeface="+mj-lt"/>
              </a:rPr>
              <a:t>Dark navy version</a:t>
            </a:r>
          </a:p>
          <a:p>
            <a:pPr marL="0" indent="0">
              <a:buNone/>
            </a:pPr>
            <a:endParaRPr lang="en-CA" sz="1600" b="0" spc="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r>
              <a:rPr lang="en-CA" sz="1600" b="0" spc="0" dirty="0">
                <a:solidFill>
                  <a:schemeClr val="bg1"/>
                </a:solidFill>
                <a:latin typeface="+mj-lt"/>
              </a:rPr>
              <a:t>Copy/paste a pictogram to embed it in your presentation</a:t>
            </a:r>
          </a:p>
        </p:txBody>
      </p:sp>
      <p:graphicFrame>
        <p:nvGraphicFramePr>
          <p:cNvPr id="27" name="Tableau 2">
            <a:extLst>
              <a:ext uri="{FF2B5EF4-FFF2-40B4-BE49-F238E27FC236}">
                <a16:creationId xmlns:a16="http://schemas.microsoft.com/office/drawing/2014/main" id="{8E41E5DA-D652-1A07-82C6-3227717B103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4179755" y="651753"/>
          <a:ext cx="7431633" cy="555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163">
                  <a:extLst>
                    <a:ext uri="{9D8B030D-6E8A-4147-A177-3AD203B41FA5}">
                      <a16:colId xmlns:a16="http://schemas.microsoft.com/office/drawing/2014/main" val="1554422445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2964206105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4029277210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2701078833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2293332893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1920779420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3968746957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3084904541"/>
                    </a:ext>
                  </a:extLst>
                </a:gridCol>
                <a:gridCol w="758037">
                  <a:extLst>
                    <a:ext uri="{9D8B030D-6E8A-4147-A177-3AD203B41FA5}">
                      <a16:colId xmlns:a16="http://schemas.microsoft.com/office/drawing/2014/main" val="143431035"/>
                    </a:ext>
                  </a:extLst>
                </a:gridCol>
                <a:gridCol w="728292">
                  <a:extLst>
                    <a:ext uri="{9D8B030D-6E8A-4147-A177-3AD203B41FA5}">
                      <a16:colId xmlns:a16="http://schemas.microsoft.com/office/drawing/2014/main" val="4097779428"/>
                    </a:ext>
                  </a:extLst>
                </a:gridCol>
              </a:tblGrid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344499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753647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938449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2137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31156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82905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273748"/>
                  </a:ext>
                </a:extLst>
              </a:tr>
            </a:tbl>
          </a:graphicData>
        </a:graphic>
      </p:graphicFrame>
      <p:sp>
        <p:nvSpPr>
          <p:cNvPr id="40" name="Titre 8">
            <a:extLst>
              <a:ext uri="{FF2B5EF4-FFF2-40B4-BE49-F238E27FC236}">
                <a16:creationId xmlns:a16="http://schemas.microsoft.com/office/drawing/2014/main" id="{BA4BFAE5-56DE-5AA0-18BE-16F52EBCE104}"/>
              </a:ext>
            </a:extLst>
          </p:cNvPr>
          <p:cNvSpPr txBox="1">
            <a:spLocks/>
          </p:cNvSpPr>
          <p:nvPr userDrawn="1"/>
        </p:nvSpPr>
        <p:spPr>
          <a:xfrm>
            <a:off x="656083" y="651753"/>
            <a:ext cx="2487711" cy="85657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300" b="1" kern="1200" cap="none" spc="-150" baseline="0">
                <a:solidFill>
                  <a:schemeClr val="accent1"/>
                </a:solidFill>
                <a:latin typeface="Source Sans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fr-FR" sz="2700" b="0" err="1">
                <a:solidFill>
                  <a:schemeClr val="bg1"/>
                </a:solidFill>
                <a:latin typeface="General Sans Semibold" pitchFamily="50" charset="0"/>
              </a:rPr>
              <a:t>Add</a:t>
            </a:r>
            <a:r>
              <a:rPr lang="fr-FR" sz="2700" b="0">
                <a:solidFill>
                  <a:schemeClr val="bg1"/>
                </a:solidFill>
                <a:latin typeface="General Sans Semibold" pitchFamily="50" charset="0"/>
              </a:rPr>
              <a:t> </a:t>
            </a:r>
            <a:r>
              <a:rPr lang="fr-FR" sz="2700" b="0" err="1">
                <a:solidFill>
                  <a:schemeClr val="bg1"/>
                </a:solidFill>
                <a:latin typeface="General Sans Semibold" pitchFamily="50" charset="0"/>
              </a:rPr>
              <a:t>pictograms</a:t>
            </a:r>
            <a:r>
              <a:rPr lang="fr-FR" sz="2700" b="0">
                <a:solidFill>
                  <a:schemeClr val="bg1"/>
                </a:solidFill>
                <a:latin typeface="General Sans Semibold" pitchFamily="50" charset="0"/>
              </a:rPr>
              <a:t> to </a:t>
            </a:r>
            <a:r>
              <a:rPr lang="fr-FR" sz="2700" b="0" err="1">
                <a:solidFill>
                  <a:schemeClr val="bg1"/>
                </a:solidFill>
                <a:latin typeface="General Sans Semibold" pitchFamily="50" charset="0"/>
              </a:rPr>
              <a:t>your</a:t>
            </a:r>
            <a:r>
              <a:rPr lang="fr-FR" sz="2700" b="0">
                <a:solidFill>
                  <a:schemeClr val="bg1"/>
                </a:solidFill>
                <a:latin typeface="General Sans Semibold" pitchFamily="50" charset="0"/>
              </a:rPr>
              <a:t> PPT</a:t>
            </a:r>
            <a:endParaRPr lang="fr-FR" sz="2500" b="0">
              <a:solidFill>
                <a:schemeClr val="bg1"/>
              </a:solidFill>
              <a:latin typeface="General Sans Semibold" pitchFamily="50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5644EC1-6D77-6188-C300-35CC6A58DF3C}"/>
              </a:ext>
            </a:extLst>
          </p:cNvPr>
          <p:cNvGrpSpPr>
            <a:grpSpLocks/>
          </p:cNvGrpSpPr>
          <p:nvPr userDrawn="1"/>
        </p:nvGrpSpPr>
        <p:grpSpPr>
          <a:xfrm>
            <a:off x="640694" y="6262958"/>
            <a:ext cx="980726" cy="219419"/>
            <a:chOff x="640694" y="6262958"/>
            <a:chExt cx="980726" cy="219419"/>
          </a:xfrm>
        </p:grpSpPr>
        <p:sp>
          <p:nvSpPr>
            <p:cNvPr id="3" name="Forme libre : forme 2">
              <a:extLst>
                <a:ext uri="{FF2B5EF4-FFF2-40B4-BE49-F238E27FC236}">
                  <a16:creationId xmlns:a16="http://schemas.microsoft.com/office/drawing/2014/main" id="{8EF75CFF-A2D5-BD24-CFC9-CAB5ABCA8FE3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C26C701D-7E38-446E-6F16-7A772DF3C4C3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124D661A-D386-9980-4AFB-6E6F447B239A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B6B17C65-8B2A-F175-D38D-5B8119F07F4E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D5FA30FD-67D0-9F07-9FDC-5346A876351C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AB8FCF5F-8E16-B49A-DE55-E4F4C380AC5D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5DB2BB17-2CF5-D416-BF4E-FD6F034B6C59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144CCD02-9207-4290-9F48-1F6F6D28A02F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3402DAA-807A-B2CC-6556-E85E1010A7FF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249D2F1-9DA1-6B8A-9EE0-275134EB0370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9B50A7A9-BA03-A1EB-4328-4DC021CEB793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F7D37B52-8557-302B-71A8-4BD0E25F0EA7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C4EDCC1-D648-4E4A-18E3-3C3959E8BDEA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578390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B5A7ECB-AD99-AE2D-AB56-1B6E473F5D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99145" y="0"/>
            <a:ext cx="859285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2346E-7A03-87D2-528C-9D6511331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-1"/>
            <a:ext cx="3599144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itre 8">
            <a:extLst>
              <a:ext uri="{FF2B5EF4-FFF2-40B4-BE49-F238E27FC236}">
                <a16:creationId xmlns:a16="http://schemas.microsoft.com/office/drawing/2014/main" id="{65EE6CC8-4DB8-0070-44E2-9C20805522FF}"/>
              </a:ext>
            </a:extLst>
          </p:cNvPr>
          <p:cNvSpPr txBox="1">
            <a:spLocks/>
          </p:cNvSpPr>
          <p:nvPr userDrawn="1"/>
        </p:nvSpPr>
        <p:spPr>
          <a:xfrm>
            <a:off x="656083" y="1882038"/>
            <a:ext cx="2108888" cy="343317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300" b="1" kern="1200" cap="none" spc="-150" baseline="0">
                <a:solidFill>
                  <a:schemeClr val="accent1"/>
                </a:solidFill>
                <a:latin typeface="Source Sans Pro" panose="020B0503030403020204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CA" sz="1600" b="0" spc="0" dirty="0">
                <a:solidFill>
                  <a:schemeClr val="bg1"/>
                </a:solidFill>
                <a:latin typeface="+mj-lt"/>
              </a:rPr>
              <a:t>White version</a:t>
            </a:r>
          </a:p>
          <a:p>
            <a:pPr marL="0" indent="0">
              <a:buNone/>
            </a:pPr>
            <a:endParaRPr lang="en-CA" sz="1600" b="0" spc="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r>
              <a:rPr lang="en-CA" sz="1600" b="0" spc="0" dirty="0">
                <a:solidFill>
                  <a:schemeClr val="bg1"/>
                </a:solidFill>
                <a:latin typeface="+mj-lt"/>
              </a:rPr>
              <a:t>Copy/paste a pictogram to embed it in your presentation</a:t>
            </a:r>
          </a:p>
        </p:txBody>
      </p:sp>
      <p:graphicFrame>
        <p:nvGraphicFramePr>
          <p:cNvPr id="27" name="Tableau 2">
            <a:extLst>
              <a:ext uri="{FF2B5EF4-FFF2-40B4-BE49-F238E27FC236}">
                <a16:creationId xmlns:a16="http://schemas.microsoft.com/office/drawing/2014/main" id="{8E41E5DA-D652-1A07-82C6-3227717B103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4179755" y="651753"/>
          <a:ext cx="7431633" cy="5554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163">
                  <a:extLst>
                    <a:ext uri="{9D8B030D-6E8A-4147-A177-3AD203B41FA5}">
                      <a16:colId xmlns:a16="http://schemas.microsoft.com/office/drawing/2014/main" val="1554422445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2964206105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4029277210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2701078833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2293332893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1920779420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3968746957"/>
                    </a:ext>
                  </a:extLst>
                </a:gridCol>
                <a:gridCol w="743163">
                  <a:extLst>
                    <a:ext uri="{9D8B030D-6E8A-4147-A177-3AD203B41FA5}">
                      <a16:colId xmlns:a16="http://schemas.microsoft.com/office/drawing/2014/main" val="3084904541"/>
                    </a:ext>
                  </a:extLst>
                </a:gridCol>
                <a:gridCol w="758037">
                  <a:extLst>
                    <a:ext uri="{9D8B030D-6E8A-4147-A177-3AD203B41FA5}">
                      <a16:colId xmlns:a16="http://schemas.microsoft.com/office/drawing/2014/main" val="143431035"/>
                    </a:ext>
                  </a:extLst>
                </a:gridCol>
                <a:gridCol w="728292">
                  <a:extLst>
                    <a:ext uri="{9D8B030D-6E8A-4147-A177-3AD203B41FA5}">
                      <a16:colId xmlns:a16="http://schemas.microsoft.com/office/drawing/2014/main" val="4097779428"/>
                    </a:ext>
                  </a:extLst>
                </a:gridCol>
              </a:tblGrid>
              <a:tr h="793499"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344499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753647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938449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2137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31156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82905"/>
                  </a:ext>
                </a:extLst>
              </a:tr>
              <a:tr h="793499"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28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144272" marR="144272" marT="72136" marB="72136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273748"/>
                  </a:ext>
                </a:extLst>
              </a:tr>
            </a:tbl>
          </a:graphicData>
        </a:graphic>
      </p:graphicFrame>
      <p:sp>
        <p:nvSpPr>
          <p:cNvPr id="40" name="Titre 8">
            <a:extLst>
              <a:ext uri="{FF2B5EF4-FFF2-40B4-BE49-F238E27FC236}">
                <a16:creationId xmlns:a16="http://schemas.microsoft.com/office/drawing/2014/main" id="{BA4BFAE5-56DE-5AA0-18BE-16F52EBCE104}"/>
              </a:ext>
            </a:extLst>
          </p:cNvPr>
          <p:cNvSpPr txBox="1">
            <a:spLocks/>
          </p:cNvSpPr>
          <p:nvPr userDrawn="1"/>
        </p:nvSpPr>
        <p:spPr>
          <a:xfrm>
            <a:off x="656083" y="651753"/>
            <a:ext cx="2487711" cy="85657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300" b="1" kern="1200" cap="none" spc="-150" baseline="0">
                <a:solidFill>
                  <a:schemeClr val="accent1"/>
                </a:solidFill>
                <a:latin typeface="Source Sans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fr-FR" sz="2700" b="0" err="1">
                <a:solidFill>
                  <a:schemeClr val="bg1"/>
                </a:solidFill>
                <a:latin typeface="General Sans Semibold" pitchFamily="50" charset="0"/>
              </a:rPr>
              <a:t>Add</a:t>
            </a:r>
            <a:r>
              <a:rPr lang="fr-FR" sz="2700" b="0">
                <a:solidFill>
                  <a:schemeClr val="bg1"/>
                </a:solidFill>
                <a:latin typeface="General Sans Semibold" pitchFamily="50" charset="0"/>
              </a:rPr>
              <a:t> </a:t>
            </a:r>
            <a:r>
              <a:rPr lang="fr-FR" sz="2700" b="0" err="1">
                <a:solidFill>
                  <a:schemeClr val="bg1"/>
                </a:solidFill>
                <a:latin typeface="General Sans Semibold" pitchFamily="50" charset="0"/>
              </a:rPr>
              <a:t>pictograms</a:t>
            </a:r>
            <a:r>
              <a:rPr lang="fr-FR" sz="2700" b="0">
                <a:solidFill>
                  <a:schemeClr val="bg1"/>
                </a:solidFill>
                <a:latin typeface="General Sans Semibold" pitchFamily="50" charset="0"/>
              </a:rPr>
              <a:t> to </a:t>
            </a:r>
            <a:r>
              <a:rPr lang="fr-FR" sz="2700" b="0" err="1">
                <a:solidFill>
                  <a:schemeClr val="bg1"/>
                </a:solidFill>
                <a:latin typeface="General Sans Semibold" pitchFamily="50" charset="0"/>
              </a:rPr>
              <a:t>your</a:t>
            </a:r>
            <a:r>
              <a:rPr lang="fr-FR" sz="2700" b="0">
                <a:solidFill>
                  <a:schemeClr val="bg1"/>
                </a:solidFill>
                <a:latin typeface="General Sans Semibold" pitchFamily="50" charset="0"/>
              </a:rPr>
              <a:t> PPT</a:t>
            </a:r>
            <a:endParaRPr lang="fr-FR" sz="2500" b="0">
              <a:solidFill>
                <a:schemeClr val="bg1"/>
              </a:solidFill>
              <a:latin typeface="General Sans Semibold" pitchFamily="50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5644EC1-6D77-6188-C300-35CC6A58DF3C}"/>
              </a:ext>
            </a:extLst>
          </p:cNvPr>
          <p:cNvGrpSpPr>
            <a:grpSpLocks/>
          </p:cNvGrpSpPr>
          <p:nvPr userDrawn="1"/>
        </p:nvGrpSpPr>
        <p:grpSpPr>
          <a:xfrm>
            <a:off x="640694" y="6262958"/>
            <a:ext cx="980726" cy="219419"/>
            <a:chOff x="640694" y="6262958"/>
            <a:chExt cx="980726" cy="219419"/>
          </a:xfrm>
        </p:grpSpPr>
        <p:sp>
          <p:nvSpPr>
            <p:cNvPr id="3" name="Forme libre : forme 2">
              <a:extLst>
                <a:ext uri="{FF2B5EF4-FFF2-40B4-BE49-F238E27FC236}">
                  <a16:creationId xmlns:a16="http://schemas.microsoft.com/office/drawing/2014/main" id="{8EF75CFF-A2D5-BD24-CFC9-CAB5ABCA8FE3}"/>
                </a:ext>
              </a:extLst>
            </p:cNvPr>
            <p:cNvSpPr>
              <a:spLocks/>
            </p:cNvSpPr>
            <p:nvPr/>
          </p:nvSpPr>
          <p:spPr>
            <a:xfrm>
              <a:off x="906547" y="6308830"/>
              <a:ext cx="119771" cy="173547"/>
            </a:xfrm>
            <a:custGeom>
              <a:avLst/>
              <a:gdLst>
                <a:gd name="connsiteX0" fmla="*/ 90505 w 119771"/>
                <a:gd name="connsiteY0" fmla="*/ 18268 h 173547"/>
                <a:gd name="connsiteX1" fmla="*/ 75147 w 119771"/>
                <a:gd name="connsiteY1" fmla="*/ 5090 h 173547"/>
                <a:gd name="connsiteX2" fmla="*/ 52519 w 119771"/>
                <a:gd name="connsiteY2" fmla="*/ 0 h 173547"/>
                <a:gd name="connsiteX3" fmla="*/ 25846 w 119771"/>
                <a:gd name="connsiteY3" fmla="*/ 7270 h 173547"/>
                <a:gd name="connsiteX4" fmla="*/ 6954 w 119771"/>
                <a:gd name="connsiteY4" fmla="*/ 28026 h 173547"/>
                <a:gd name="connsiteX5" fmla="*/ 0 w 119771"/>
                <a:gd name="connsiteY5" fmla="*/ 58954 h 173547"/>
                <a:gd name="connsiteX6" fmla="*/ 6954 w 119771"/>
                <a:gd name="connsiteY6" fmla="*/ 90198 h 173547"/>
                <a:gd name="connsiteX7" fmla="*/ 25952 w 119771"/>
                <a:gd name="connsiteY7" fmla="*/ 111261 h 173547"/>
                <a:gd name="connsiteX8" fmla="*/ 52519 w 119771"/>
                <a:gd name="connsiteY8" fmla="*/ 118734 h 173547"/>
                <a:gd name="connsiteX9" fmla="*/ 75042 w 119771"/>
                <a:gd name="connsiteY9" fmla="*/ 113336 h 173547"/>
                <a:gd name="connsiteX10" fmla="*/ 90505 w 119771"/>
                <a:gd name="connsiteY10" fmla="*/ 99842 h 173547"/>
                <a:gd name="connsiteX11" fmla="*/ 90505 w 119771"/>
                <a:gd name="connsiteY11" fmla="*/ 117697 h 173547"/>
                <a:gd name="connsiteX12" fmla="*/ 82620 w 119771"/>
                <a:gd name="connsiteY12" fmla="*/ 140633 h 173547"/>
                <a:gd name="connsiteX13" fmla="*/ 62066 w 119771"/>
                <a:gd name="connsiteY13" fmla="*/ 148211 h 173547"/>
                <a:gd name="connsiteX14" fmla="*/ 43692 w 119771"/>
                <a:gd name="connsiteY14" fmla="*/ 143543 h 173547"/>
                <a:gd name="connsiteX15" fmla="*/ 33829 w 119771"/>
                <a:gd name="connsiteY15" fmla="*/ 130989 h 173547"/>
                <a:gd name="connsiteX16" fmla="*/ 4976 w 119771"/>
                <a:gd name="connsiteY16" fmla="*/ 130989 h 173547"/>
                <a:gd name="connsiteX17" fmla="*/ 22725 w 119771"/>
                <a:gd name="connsiteY17" fmla="*/ 162127 h 173547"/>
                <a:gd name="connsiteX18" fmla="*/ 62892 w 119771"/>
                <a:gd name="connsiteY18" fmla="*/ 173547 h 173547"/>
                <a:gd name="connsiteX19" fmla="*/ 94031 w 119771"/>
                <a:gd name="connsiteY19" fmla="*/ 166180 h 173547"/>
                <a:gd name="connsiteX20" fmla="*/ 113336 w 119771"/>
                <a:gd name="connsiteY20" fmla="*/ 146250 h 173547"/>
                <a:gd name="connsiteX21" fmla="*/ 119771 w 119771"/>
                <a:gd name="connsiteY21" fmla="*/ 117705 h 173547"/>
                <a:gd name="connsiteX22" fmla="*/ 119771 w 119771"/>
                <a:gd name="connsiteY22" fmla="*/ 1873 h 173547"/>
                <a:gd name="connsiteX23" fmla="*/ 90497 w 119771"/>
                <a:gd name="connsiteY23" fmla="*/ 1873 h 173547"/>
                <a:gd name="connsiteX24" fmla="*/ 90497 w 119771"/>
                <a:gd name="connsiteY24" fmla="*/ 18268 h 173547"/>
                <a:gd name="connsiteX25" fmla="*/ 86356 w 119771"/>
                <a:gd name="connsiteY25" fmla="*/ 77538 h 173547"/>
                <a:gd name="connsiteX26" fmla="*/ 75147 w 119771"/>
                <a:gd name="connsiteY26" fmla="*/ 89160 h 173547"/>
                <a:gd name="connsiteX27" fmla="*/ 59991 w 119771"/>
                <a:gd name="connsiteY27" fmla="*/ 93204 h 173547"/>
                <a:gd name="connsiteX28" fmla="*/ 45152 w 119771"/>
                <a:gd name="connsiteY28" fmla="*/ 89055 h 173547"/>
                <a:gd name="connsiteX29" fmla="*/ 33943 w 119771"/>
                <a:gd name="connsiteY29" fmla="*/ 77116 h 173547"/>
                <a:gd name="connsiteX30" fmla="*/ 29688 w 119771"/>
                <a:gd name="connsiteY30" fmla="*/ 58954 h 173547"/>
                <a:gd name="connsiteX31" fmla="*/ 33943 w 119771"/>
                <a:gd name="connsiteY31" fmla="*/ 40993 h 173547"/>
                <a:gd name="connsiteX32" fmla="*/ 45046 w 119771"/>
                <a:gd name="connsiteY32" fmla="*/ 29477 h 173547"/>
                <a:gd name="connsiteX33" fmla="*/ 59991 w 119771"/>
                <a:gd name="connsiteY33" fmla="*/ 25530 h 173547"/>
                <a:gd name="connsiteX34" fmla="*/ 75147 w 119771"/>
                <a:gd name="connsiteY34" fmla="*/ 29582 h 173547"/>
                <a:gd name="connsiteX35" fmla="*/ 86356 w 119771"/>
                <a:gd name="connsiteY35" fmla="*/ 41204 h 173547"/>
                <a:gd name="connsiteX36" fmla="*/ 90505 w 119771"/>
                <a:gd name="connsiteY36" fmla="*/ 59367 h 173547"/>
                <a:gd name="connsiteX37" fmla="*/ 86356 w 119771"/>
                <a:gd name="connsiteY37" fmla="*/ 77530 h 17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9771" h="173547">
                  <a:moveTo>
                    <a:pt x="90505" y="18268"/>
                  </a:moveTo>
                  <a:cubicBezTo>
                    <a:pt x="86769" y="12870"/>
                    <a:pt x="81644" y="8475"/>
                    <a:pt x="75147" y="5090"/>
                  </a:cubicBezTo>
                  <a:cubicBezTo>
                    <a:pt x="68642" y="1697"/>
                    <a:pt x="61099" y="0"/>
                    <a:pt x="52519" y="0"/>
                  </a:cubicBezTo>
                  <a:cubicBezTo>
                    <a:pt x="42690" y="0"/>
                    <a:pt x="33802" y="2426"/>
                    <a:pt x="25846" y="7270"/>
                  </a:cubicBezTo>
                  <a:cubicBezTo>
                    <a:pt x="17881" y="12114"/>
                    <a:pt x="11596" y="19033"/>
                    <a:pt x="6954" y="28026"/>
                  </a:cubicBezTo>
                  <a:cubicBezTo>
                    <a:pt x="2312" y="37020"/>
                    <a:pt x="0" y="47332"/>
                    <a:pt x="0" y="58954"/>
                  </a:cubicBezTo>
                  <a:cubicBezTo>
                    <a:pt x="0" y="70576"/>
                    <a:pt x="2312" y="81134"/>
                    <a:pt x="6954" y="90198"/>
                  </a:cubicBezTo>
                  <a:cubicBezTo>
                    <a:pt x="11587" y="99261"/>
                    <a:pt x="17916" y="106286"/>
                    <a:pt x="25952" y="111261"/>
                  </a:cubicBezTo>
                  <a:cubicBezTo>
                    <a:pt x="33978" y="116246"/>
                    <a:pt x="42831" y="118734"/>
                    <a:pt x="52519" y="118734"/>
                  </a:cubicBezTo>
                  <a:cubicBezTo>
                    <a:pt x="60958" y="118734"/>
                    <a:pt x="68466" y="116932"/>
                    <a:pt x="75042" y="113336"/>
                  </a:cubicBezTo>
                  <a:cubicBezTo>
                    <a:pt x="81617" y="109741"/>
                    <a:pt x="86769" y="105239"/>
                    <a:pt x="90505" y="99842"/>
                  </a:cubicBezTo>
                  <a:lnTo>
                    <a:pt x="90505" y="117697"/>
                  </a:lnTo>
                  <a:cubicBezTo>
                    <a:pt x="90505" y="127938"/>
                    <a:pt x="87877" y="135587"/>
                    <a:pt x="82620" y="140633"/>
                  </a:cubicBezTo>
                  <a:cubicBezTo>
                    <a:pt x="77362" y="145688"/>
                    <a:pt x="70505" y="148211"/>
                    <a:pt x="62066" y="148211"/>
                  </a:cubicBezTo>
                  <a:cubicBezTo>
                    <a:pt x="54866" y="148211"/>
                    <a:pt x="48747" y="146655"/>
                    <a:pt x="43692" y="143543"/>
                  </a:cubicBezTo>
                  <a:cubicBezTo>
                    <a:pt x="38637" y="140431"/>
                    <a:pt x="35358" y="136246"/>
                    <a:pt x="33829" y="130989"/>
                  </a:cubicBezTo>
                  <a:lnTo>
                    <a:pt x="4976" y="130989"/>
                  </a:lnTo>
                  <a:cubicBezTo>
                    <a:pt x="6356" y="144132"/>
                    <a:pt x="12272" y="154514"/>
                    <a:pt x="22725" y="162127"/>
                  </a:cubicBezTo>
                  <a:cubicBezTo>
                    <a:pt x="33169" y="169740"/>
                    <a:pt x="46567" y="173547"/>
                    <a:pt x="62892" y="173547"/>
                  </a:cubicBezTo>
                  <a:cubicBezTo>
                    <a:pt x="75068" y="173547"/>
                    <a:pt x="85450" y="171094"/>
                    <a:pt x="94031" y="166180"/>
                  </a:cubicBezTo>
                  <a:cubicBezTo>
                    <a:pt x="102611" y="161266"/>
                    <a:pt x="109046" y="154620"/>
                    <a:pt x="113336" y="146250"/>
                  </a:cubicBezTo>
                  <a:cubicBezTo>
                    <a:pt x="117626" y="137872"/>
                    <a:pt x="119771" y="128360"/>
                    <a:pt x="119771" y="117705"/>
                  </a:cubicBezTo>
                  <a:lnTo>
                    <a:pt x="119771" y="1873"/>
                  </a:lnTo>
                  <a:lnTo>
                    <a:pt x="90497" y="1873"/>
                  </a:lnTo>
                  <a:lnTo>
                    <a:pt x="90497" y="18268"/>
                  </a:lnTo>
                  <a:close/>
                  <a:moveTo>
                    <a:pt x="86356" y="77538"/>
                  </a:moveTo>
                  <a:cubicBezTo>
                    <a:pt x="83587" y="82593"/>
                    <a:pt x="79850" y="86461"/>
                    <a:pt x="75147" y="89160"/>
                  </a:cubicBezTo>
                  <a:cubicBezTo>
                    <a:pt x="70444" y="91859"/>
                    <a:pt x="65389" y="93204"/>
                    <a:pt x="59991" y="93204"/>
                  </a:cubicBezTo>
                  <a:cubicBezTo>
                    <a:pt x="54593" y="93204"/>
                    <a:pt x="49785" y="91824"/>
                    <a:pt x="45152" y="89055"/>
                  </a:cubicBezTo>
                  <a:cubicBezTo>
                    <a:pt x="40510" y="86286"/>
                    <a:pt x="36782" y="82312"/>
                    <a:pt x="33943" y="77116"/>
                  </a:cubicBezTo>
                  <a:cubicBezTo>
                    <a:pt x="31103" y="71930"/>
                    <a:pt x="29688" y="65872"/>
                    <a:pt x="29688" y="58954"/>
                  </a:cubicBezTo>
                  <a:cubicBezTo>
                    <a:pt x="29688" y="52035"/>
                    <a:pt x="31103" y="46048"/>
                    <a:pt x="33943" y="40993"/>
                  </a:cubicBezTo>
                  <a:cubicBezTo>
                    <a:pt x="36774" y="35947"/>
                    <a:pt x="40483" y="32105"/>
                    <a:pt x="45046" y="29477"/>
                  </a:cubicBezTo>
                  <a:cubicBezTo>
                    <a:pt x="49617" y="26848"/>
                    <a:pt x="54593" y="25530"/>
                    <a:pt x="59991" y="25530"/>
                  </a:cubicBezTo>
                  <a:cubicBezTo>
                    <a:pt x="65389" y="25530"/>
                    <a:pt x="70435" y="26875"/>
                    <a:pt x="75147" y="29582"/>
                  </a:cubicBezTo>
                  <a:cubicBezTo>
                    <a:pt x="79850" y="32281"/>
                    <a:pt x="83587" y="36158"/>
                    <a:pt x="86356" y="41204"/>
                  </a:cubicBezTo>
                  <a:cubicBezTo>
                    <a:pt x="89125" y="46259"/>
                    <a:pt x="90505" y="52308"/>
                    <a:pt x="90505" y="59367"/>
                  </a:cubicBezTo>
                  <a:cubicBezTo>
                    <a:pt x="90505" y="66426"/>
                    <a:pt x="89116" y="72483"/>
                    <a:pt x="86356" y="7753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C26C701D-7E38-446E-6F16-7A772DF3C4C3}"/>
                </a:ext>
              </a:extLst>
            </p:cNvPr>
            <p:cNvSpPr>
              <a:spLocks/>
            </p:cNvSpPr>
            <p:nvPr/>
          </p:nvSpPr>
          <p:spPr>
            <a:xfrm>
              <a:off x="1037202" y="6308830"/>
              <a:ext cx="114355" cy="118725"/>
            </a:xfrm>
            <a:custGeom>
              <a:avLst/>
              <a:gdLst>
                <a:gd name="connsiteX0" fmla="*/ 87077 w 114355"/>
                <a:gd name="connsiteY0" fmla="*/ 7059 h 118725"/>
                <a:gd name="connsiteX1" fmla="*/ 57705 w 114355"/>
                <a:gd name="connsiteY1" fmla="*/ 0 h 118725"/>
                <a:gd name="connsiteX2" fmla="*/ 27604 w 114355"/>
                <a:gd name="connsiteY2" fmla="*/ 7262 h 118725"/>
                <a:gd name="connsiteX3" fmla="*/ 7262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9 w 114355"/>
                <a:gd name="connsiteY17" fmla="*/ 7042 h 118725"/>
                <a:gd name="connsiteX18" fmla="*/ 29661 w 114355"/>
                <a:gd name="connsiteY18" fmla="*/ 48563 h 118725"/>
                <a:gd name="connsiteX19" fmla="*/ 38690 w 114355"/>
                <a:gd name="connsiteY19" fmla="*/ 30400 h 118725"/>
                <a:gd name="connsiteX20" fmla="*/ 56853 w 114355"/>
                <a:gd name="connsiteY20" fmla="*/ 23859 h 118725"/>
                <a:gd name="connsiteX21" fmla="*/ 76158 w 114355"/>
                <a:gd name="connsiteY21" fmla="*/ 30602 h 118725"/>
                <a:gd name="connsiteX22" fmla="*/ 84255 w 114355"/>
                <a:gd name="connsiteY22" fmla="*/ 48563 h 118725"/>
                <a:gd name="connsiteX23" fmla="*/ 29661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77" y="7059"/>
                  </a:moveTo>
                  <a:cubicBezTo>
                    <a:pt x="78426" y="2356"/>
                    <a:pt x="68633" y="0"/>
                    <a:pt x="57705" y="0"/>
                  </a:cubicBezTo>
                  <a:cubicBezTo>
                    <a:pt x="46778" y="0"/>
                    <a:pt x="36325" y="2426"/>
                    <a:pt x="27604" y="7262"/>
                  </a:cubicBezTo>
                  <a:cubicBezTo>
                    <a:pt x="18883" y="12105"/>
                    <a:pt x="12105" y="19024"/>
                    <a:pt x="7262" y="28018"/>
                  </a:cubicBezTo>
                  <a:cubicBezTo>
                    <a:pt x="2418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9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55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73" y="35727"/>
                    <a:pt x="107191" y="27077"/>
                  </a:cubicBezTo>
                  <a:cubicBezTo>
                    <a:pt x="102417" y="18426"/>
                    <a:pt x="95701" y="11754"/>
                    <a:pt x="87059" y="7042"/>
                  </a:cubicBezTo>
                  <a:moveTo>
                    <a:pt x="29661" y="48563"/>
                  </a:moveTo>
                  <a:cubicBezTo>
                    <a:pt x="30769" y="40818"/>
                    <a:pt x="33776" y="34760"/>
                    <a:pt x="38690" y="30400"/>
                  </a:cubicBezTo>
                  <a:cubicBezTo>
                    <a:pt x="43596" y="26040"/>
                    <a:pt x="49653" y="23859"/>
                    <a:pt x="56853" y="23859"/>
                  </a:cubicBezTo>
                  <a:cubicBezTo>
                    <a:pt x="64457" y="23859"/>
                    <a:pt x="70901" y="26110"/>
                    <a:pt x="76158" y="30602"/>
                  </a:cubicBezTo>
                  <a:cubicBezTo>
                    <a:pt x="81415" y="35103"/>
                    <a:pt x="84114" y="41081"/>
                    <a:pt x="84255" y="48563"/>
                  </a:cubicBezTo>
                  <a:lnTo>
                    <a:pt x="29661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124D661A-D386-9980-4AFB-6E6F447B239A}"/>
                </a:ext>
              </a:extLst>
            </p:cNvPr>
            <p:cNvSpPr>
              <a:spLocks/>
            </p:cNvSpPr>
            <p:nvPr/>
          </p:nvSpPr>
          <p:spPr>
            <a:xfrm>
              <a:off x="1162661" y="6309041"/>
              <a:ext cx="109599" cy="116668"/>
            </a:xfrm>
            <a:custGeom>
              <a:avLst/>
              <a:gdLst>
                <a:gd name="connsiteX0" fmla="*/ 63727 w 109599"/>
                <a:gd name="connsiteY0" fmla="*/ 0 h 116668"/>
                <a:gd name="connsiteX1" fmla="*/ 43903 w 109599"/>
                <a:gd name="connsiteY1" fmla="*/ 4255 h 116668"/>
                <a:gd name="connsiteX2" fmla="*/ 29064 w 109599"/>
                <a:gd name="connsiteY2" fmla="*/ 15982 h 116668"/>
                <a:gd name="connsiteX3" fmla="*/ 29064 w 109599"/>
                <a:gd name="connsiteY3" fmla="*/ 1662 h 116668"/>
                <a:gd name="connsiteX4" fmla="*/ 0 w 109599"/>
                <a:gd name="connsiteY4" fmla="*/ 1662 h 116668"/>
                <a:gd name="connsiteX5" fmla="*/ 0 w 109599"/>
                <a:gd name="connsiteY5" fmla="*/ 116668 h 116668"/>
                <a:gd name="connsiteX6" fmla="*/ 29064 w 109599"/>
                <a:gd name="connsiteY6" fmla="*/ 116668 h 116668"/>
                <a:gd name="connsiteX7" fmla="*/ 29064 w 109599"/>
                <a:gd name="connsiteY7" fmla="*/ 53143 h 116668"/>
                <a:gd name="connsiteX8" fmla="*/ 36018 w 109599"/>
                <a:gd name="connsiteY8" fmla="*/ 32070 h 116668"/>
                <a:gd name="connsiteX9" fmla="*/ 55006 w 109599"/>
                <a:gd name="connsiteY9" fmla="*/ 24703 h 116668"/>
                <a:gd name="connsiteX10" fmla="*/ 73688 w 109599"/>
                <a:gd name="connsiteY10" fmla="*/ 32070 h 116668"/>
                <a:gd name="connsiteX11" fmla="*/ 80536 w 109599"/>
                <a:gd name="connsiteY11" fmla="*/ 53143 h 116668"/>
                <a:gd name="connsiteX12" fmla="*/ 80536 w 109599"/>
                <a:gd name="connsiteY12" fmla="*/ 116668 h 116668"/>
                <a:gd name="connsiteX13" fmla="*/ 109600 w 109599"/>
                <a:gd name="connsiteY13" fmla="*/ 116668 h 116668"/>
                <a:gd name="connsiteX14" fmla="*/ 109600 w 109599"/>
                <a:gd name="connsiteY14" fmla="*/ 49204 h 116668"/>
                <a:gd name="connsiteX15" fmla="*/ 96940 w 109599"/>
                <a:gd name="connsiteY15" fmla="*/ 12985 h 116668"/>
                <a:gd name="connsiteX16" fmla="*/ 63727 w 109599"/>
                <a:gd name="connsiteY16" fmla="*/ 9 h 11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599" h="116668">
                  <a:moveTo>
                    <a:pt x="63727" y="0"/>
                  </a:moveTo>
                  <a:cubicBezTo>
                    <a:pt x="56527" y="0"/>
                    <a:pt x="49925" y="1424"/>
                    <a:pt x="43903" y="4255"/>
                  </a:cubicBezTo>
                  <a:cubicBezTo>
                    <a:pt x="37881" y="7095"/>
                    <a:pt x="32932" y="10998"/>
                    <a:pt x="29064" y="15982"/>
                  </a:cubicBezTo>
                  <a:lnTo>
                    <a:pt x="29064" y="1662"/>
                  </a:lnTo>
                  <a:lnTo>
                    <a:pt x="0" y="1662"/>
                  </a:lnTo>
                  <a:lnTo>
                    <a:pt x="0" y="116668"/>
                  </a:lnTo>
                  <a:lnTo>
                    <a:pt x="29064" y="116668"/>
                  </a:lnTo>
                  <a:lnTo>
                    <a:pt x="29064" y="53143"/>
                  </a:lnTo>
                  <a:cubicBezTo>
                    <a:pt x="29064" y="44009"/>
                    <a:pt x="31385" y="36985"/>
                    <a:pt x="36018" y="32070"/>
                  </a:cubicBezTo>
                  <a:cubicBezTo>
                    <a:pt x="40650" y="27156"/>
                    <a:pt x="46980" y="24703"/>
                    <a:pt x="55006" y="24703"/>
                  </a:cubicBezTo>
                  <a:cubicBezTo>
                    <a:pt x="63033" y="24703"/>
                    <a:pt x="69125" y="27165"/>
                    <a:pt x="73688" y="32070"/>
                  </a:cubicBezTo>
                  <a:cubicBezTo>
                    <a:pt x="78250" y="36985"/>
                    <a:pt x="80536" y="44009"/>
                    <a:pt x="80536" y="53143"/>
                  </a:cubicBezTo>
                  <a:lnTo>
                    <a:pt x="80536" y="116668"/>
                  </a:lnTo>
                  <a:lnTo>
                    <a:pt x="109600" y="116668"/>
                  </a:lnTo>
                  <a:lnTo>
                    <a:pt x="109600" y="49204"/>
                  </a:lnTo>
                  <a:cubicBezTo>
                    <a:pt x="109600" y="33705"/>
                    <a:pt x="105380" y="21635"/>
                    <a:pt x="96940" y="12985"/>
                  </a:cubicBezTo>
                  <a:cubicBezTo>
                    <a:pt x="88501" y="4334"/>
                    <a:pt x="77424" y="9"/>
                    <a:pt x="63727" y="9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B6B17C65-8B2A-F175-D38D-5B8119F07F4E}"/>
                </a:ext>
              </a:extLst>
            </p:cNvPr>
            <p:cNvSpPr>
              <a:spLocks/>
            </p:cNvSpPr>
            <p:nvPr/>
          </p:nvSpPr>
          <p:spPr>
            <a:xfrm>
              <a:off x="1282370" y="6308830"/>
              <a:ext cx="114355" cy="118725"/>
            </a:xfrm>
            <a:custGeom>
              <a:avLst/>
              <a:gdLst>
                <a:gd name="connsiteX0" fmla="*/ 87086 w 114355"/>
                <a:gd name="connsiteY0" fmla="*/ 7059 h 118725"/>
                <a:gd name="connsiteX1" fmla="*/ 57714 w 114355"/>
                <a:gd name="connsiteY1" fmla="*/ 0 h 118725"/>
                <a:gd name="connsiteX2" fmla="*/ 27613 w 114355"/>
                <a:gd name="connsiteY2" fmla="*/ 7262 h 118725"/>
                <a:gd name="connsiteX3" fmla="*/ 7270 w 114355"/>
                <a:gd name="connsiteY3" fmla="*/ 28018 h 118725"/>
                <a:gd name="connsiteX4" fmla="*/ 0 w 114355"/>
                <a:gd name="connsiteY4" fmla="*/ 59358 h 118725"/>
                <a:gd name="connsiteX5" fmla="*/ 7367 w 114355"/>
                <a:gd name="connsiteY5" fmla="*/ 90497 h 118725"/>
                <a:gd name="connsiteX6" fmla="*/ 27921 w 114355"/>
                <a:gd name="connsiteY6" fmla="*/ 111358 h 118725"/>
                <a:gd name="connsiteX7" fmla="*/ 57705 w 114355"/>
                <a:gd name="connsiteY7" fmla="*/ 118725 h 118725"/>
                <a:gd name="connsiteX8" fmla="*/ 92369 w 114355"/>
                <a:gd name="connsiteY8" fmla="*/ 108035 h 118725"/>
                <a:gd name="connsiteX9" fmla="*/ 111464 w 114355"/>
                <a:gd name="connsiteY9" fmla="*/ 80738 h 118725"/>
                <a:gd name="connsiteX10" fmla="*/ 80114 w 114355"/>
                <a:gd name="connsiteY10" fmla="*/ 80738 h 118725"/>
                <a:gd name="connsiteX11" fmla="*/ 57072 w 114355"/>
                <a:gd name="connsiteY11" fmla="*/ 94646 h 118725"/>
                <a:gd name="connsiteX12" fmla="*/ 38180 w 114355"/>
                <a:gd name="connsiteY12" fmla="*/ 87587 h 118725"/>
                <a:gd name="connsiteX13" fmla="*/ 29459 w 114355"/>
                <a:gd name="connsiteY13" fmla="*/ 68070 h 118725"/>
                <a:gd name="connsiteX14" fmla="*/ 113529 w 114355"/>
                <a:gd name="connsiteY14" fmla="*/ 68070 h 118725"/>
                <a:gd name="connsiteX15" fmla="*/ 114356 w 114355"/>
                <a:gd name="connsiteY15" fmla="*/ 56861 h 118725"/>
                <a:gd name="connsiteX16" fmla="*/ 107191 w 114355"/>
                <a:gd name="connsiteY16" fmla="*/ 27077 h 118725"/>
                <a:gd name="connsiteX17" fmla="*/ 87050 w 114355"/>
                <a:gd name="connsiteY17" fmla="*/ 7042 h 118725"/>
                <a:gd name="connsiteX18" fmla="*/ 29653 w 114355"/>
                <a:gd name="connsiteY18" fmla="*/ 48563 h 118725"/>
                <a:gd name="connsiteX19" fmla="*/ 38681 w 114355"/>
                <a:gd name="connsiteY19" fmla="*/ 30400 h 118725"/>
                <a:gd name="connsiteX20" fmla="*/ 56844 w 114355"/>
                <a:gd name="connsiteY20" fmla="*/ 23859 h 118725"/>
                <a:gd name="connsiteX21" fmla="*/ 76149 w 114355"/>
                <a:gd name="connsiteY21" fmla="*/ 30602 h 118725"/>
                <a:gd name="connsiteX22" fmla="*/ 84246 w 114355"/>
                <a:gd name="connsiteY22" fmla="*/ 48563 h 118725"/>
                <a:gd name="connsiteX23" fmla="*/ 29653 w 114355"/>
                <a:gd name="connsiteY23" fmla="*/ 48563 h 11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355" h="118725">
                  <a:moveTo>
                    <a:pt x="87086" y="7059"/>
                  </a:moveTo>
                  <a:cubicBezTo>
                    <a:pt x="78435" y="2356"/>
                    <a:pt x="68642" y="0"/>
                    <a:pt x="57714" y="0"/>
                  </a:cubicBezTo>
                  <a:cubicBezTo>
                    <a:pt x="46787" y="0"/>
                    <a:pt x="36334" y="2426"/>
                    <a:pt x="27613" y="7262"/>
                  </a:cubicBezTo>
                  <a:cubicBezTo>
                    <a:pt x="18892" y="12105"/>
                    <a:pt x="12114" y="19024"/>
                    <a:pt x="7270" y="28018"/>
                  </a:cubicBezTo>
                  <a:cubicBezTo>
                    <a:pt x="2426" y="37011"/>
                    <a:pt x="0" y="47464"/>
                    <a:pt x="0" y="59358"/>
                  </a:cubicBezTo>
                  <a:cubicBezTo>
                    <a:pt x="0" y="71253"/>
                    <a:pt x="2453" y="81503"/>
                    <a:pt x="7367" y="90497"/>
                  </a:cubicBezTo>
                  <a:cubicBezTo>
                    <a:pt x="12281" y="99499"/>
                    <a:pt x="19130" y="106453"/>
                    <a:pt x="27921" y="111358"/>
                  </a:cubicBezTo>
                  <a:cubicBezTo>
                    <a:pt x="36712" y="116272"/>
                    <a:pt x="46637" y="118725"/>
                    <a:pt x="57705" y="118725"/>
                  </a:cubicBezTo>
                  <a:cubicBezTo>
                    <a:pt x="71402" y="118725"/>
                    <a:pt x="82963" y="115165"/>
                    <a:pt x="92369" y="108035"/>
                  </a:cubicBezTo>
                  <a:cubicBezTo>
                    <a:pt x="101776" y="100914"/>
                    <a:pt x="108140" y="91815"/>
                    <a:pt x="111464" y="80738"/>
                  </a:cubicBezTo>
                  <a:lnTo>
                    <a:pt x="80114" y="80738"/>
                  </a:lnTo>
                  <a:cubicBezTo>
                    <a:pt x="75543" y="90013"/>
                    <a:pt x="67868" y="94646"/>
                    <a:pt x="57072" y="94646"/>
                  </a:cubicBezTo>
                  <a:cubicBezTo>
                    <a:pt x="49600" y="94646"/>
                    <a:pt x="43297" y="92299"/>
                    <a:pt x="38180" y="87587"/>
                  </a:cubicBezTo>
                  <a:cubicBezTo>
                    <a:pt x="33064" y="82883"/>
                    <a:pt x="30154" y="76378"/>
                    <a:pt x="29459" y="68070"/>
                  </a:cubicBezTo>
                  <a:lnTo>
                    <a:pt x="113529" y="68070"/>
                  </a:lnTo>
                  <a:cubicBezTo>
                    <a:pt x="114083" y="64747"/>
                    <a:pt x="114356" y="61011"/>
                    <a:pt x="114356" y="56861"/>
                  </a:cubicBezTo>
                  <a:cubicBezTo>
                    <a:pt x="114356" y="45653"/>
                    <a:pt x="111965" y="35727"/>
                    <a:pt x="107191" y="27077"/>
                  </a:cubicBezTo>
                  <a:cubicBezTo>
                    <a:pt x="102417" y="18426"/>
                    <a:pt x="95701" y="11754"/>
                    <a:pt x="87050" y="7042"/>
                  </a:cubicBezTo>
                  <a:moveTo>
                    <a:pt x="29653" y="48563"/>
                  </a:moveTo>
                  <a:cubicBezTo>
                    <a:pt x="30760" y="40818"/>
                    <a:pt x="33767" y="34760"/>
                    <a:pt x="38681" y="30400"/>
                  </a:cubicBezTo>
                  <a:cubicBezTo>
                    <a:pt x="43596" y="26040"/>
                    <a:pt x="49644" y="23859"/>
                    <a:pt x="56844" y="23859"/>
                  </a:cubicBezTo>
                  <a:cubicBezTo>
                    <a:pt x="64457" y="23859"/>
                    <a:pt x="70892" y="26110"/>
                    <a:pt x="76149" y="30602"/>
                  </a:cubicBezTo>
                  <a:cubicBezTo>
                    <a:pt x="81406" y="35103"/>
                    <a:pt x="84105" y="41081"/>
                    <a:pt x="84246" y="48563"/>
                  </a:cubicBezTo>
                  <a:lnTo>
                    <a:pt x="29653" y="48563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D5FA30FD-67D0-9F07-9FDC-5346A876351C}"/>
                </a:ext>
              </a:extLst>
            </p:cNvPr>
            <p:cNvSpPr>
              <a:spLocks/>
            </p:cNvSpPr>
            <p:nvPr/>
          </p:nvSpPr>
          <p:spPr>
            <a:xfrm>
              <a:off x="1407838" y="6309041"/>
              <a:ext cx="64351" cy="116659"/>
            </a:xfrm>
            <a:custGeom>
              <a:avLst/>
              <a:gdLst>
                <a:gd name="connsiteX0" fmla="*/ 29064 w 64351"/>
                <a:gd name="connsiteY0" fmla="*/ 19516 h 116659"/>
                <a:gd name="connsiteX1" fmla="*/ 29064 w 64351"/>
                <a:gd name="connsiteY1" fmla="*/ 1662 h 116659"/>
                <a:gd name="connsiteX2" fmla="*/ 0 w 64351"/>
                <a:gd name="connsiteY2" fmla="*/ 1662 h 116659"/>
                <a:gd name="connsiteX3" fmla="*/ 0 w 64351"/>
                <a:gd name="connsiteY3" fmla="*/ 116659 h 116659"/>
                <a:gd name="connsiteX4" fmla="*/ 29064 w 64351"/>
                <a:gd name="connsiteY4" fmla="*/ 116659 h 116659"/>
                <a:gd name="connsiteX5" fmla="*/ 29064 w 64351"/>
                <a:gd name="connsiteY5" fmla="*/ 59367 h 116659"/>
                <a:gd name="connsiteX6" fmla="*/ 36017 w 64351"/>
                <a:gd name="connsiteY6" fmla="*/ 36949 h 116659"/>
                <a:gd name="connsiteX7" fmla="*/ 56668 w 64351"/>
                <a:gd name="connsiteY7" fmla="*/ 30514 h 116659"/>
                <a:gd name="connsiteX8" fmla="*/ 64352 w 64351"/>
                <a:gd name="connsiteY8" fmla="*/ 30514 h 116659"/>
                <a:gd name="connsiteX9" fmla="*/ 64352 w 64351"/>
                <a:gd name="connsiteY9" fmla="*/ 0 h 116659"/>
                <a:gd name="connsiteX10" fmla="*/ 43692 w 64351"/>
                <a:gd name="connsiteY10" fmla="*/ 5187 h 116659"/>
                <a:gd name="connsiteX11" fmla="*/ 29055 w 64351"/>
                <a:gd name="connsiteY11" fmla="*/ 19508 h 116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351" h="116659">
                  <a:moveTo>
                    <a:pt x="29064" y="19516"/>
                  </a:moveTo>
                  <a:lnTo>
                    <a:pt x="29064" y="1662"/>
                  </a:lnTo>
                  <a:lnTo>
                    <a:pt x="0" y="1662"/>
                  </a:lnTo>
                  <a:lnTo>
                    <a:pt x="0" y="116659"/>
                  </a:lnTo>
                  <a:lnTo>
                    <a:pt x="29064" y="116659"/>
                  </a:lnTo>
                  <a:lnTo>
                    <a:pt x="29064" y="59367"/>
                  </a:lnTo>
                  <a:cubicBezTo>
                    <a:pt x="29064" y="48712"/>
                    <a:pt x="31376" y="41240"/>
                    <a:pt x="36017" y="36949"/>
                  </a:cubicBezTo>
                  <a:cubicBezTo>
                    <a:pt x="40650" y="32659"/>
                    <a:pt x="47534" y="30514"/>
                    <a:pt x="56668" y="30514"/>
                  </a:cubicBezTo>
                  <a:lnTo>
                    <a:pt x="64352" y="30514"/>
                  </a:lnTo>
                  <a:lnTo>
                    <a:pt x="64352" y="0"/>
                  </a:lnTo>
                  <a:cubicBezTo>
                    <a:pt x="56598" y="0"/>
                    <a:pt x="49714" y="1732"/>
                    <a:pt x="43692" y="5187"/>
                  </a:cubicBezTo>
                  <a:cubicBezTo>
                    <a:pt x="37670" y="8651"/>
                    <a:pt x="32791" y="13424"/>
                    <a:pt x="29055" y="1950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AB8FCF5F-8E16-B49A-DE55-E4F4C380AC5D}"/>
                </a:ext>
              </a:extLst>
            </p:cNvPr>
            <p:cNvSpPr>
              <a:spLocks/>
            </p:cNvSpPr>
            <p:nvPr/>
          </p:nvSpPr>
          <p:spPr>
            <a:xfrm>
              <a:off x="1475469" y="6262958"/>
              <a:ext cx="35709" cy="34048"/>
            </a:xfrm>
            <a:custGeom>
              <a:avLst/>
              <a:gdLst>
                <a:gd name="connsiteX0" fmla="*/ 17855 w 35709"/>
                <a:gd name="connsiteY0" fmla="*/ 0 h 34048"/>
                <a:gd name="connsiteX1" fmla="*/ 5090 w 35709"/>
                <a:gd name="connsiteY1" fmla="*/ 4879 h 34048"/>
                <a:gd name="connsiteX2" fmla="*/ 0 w 35709"/>
                <a:gd name="connsiteY2" fmla="*/ 17029 h 34048"/>
                <a:gd name="connsiteX3" fmla="*/ 5090 w 35709"/>
                <a:gd name="connsiteY3" fmla="*/ 29169 h 34048"/>
                <a:gd name="connsiteX4" fmla="*/ 17855 w 35709"/>
                <a:gd name="connsiteY4" fmla="*/ 34048 h 34048"/>
                <a:gd name="connsiteX5" fmla="*/ 30620 w 35709"/>
                <a:gd name="connsiteY5" fmla="*/ 29169 h 34048"/>
                <a:gd name="connsiteX6" fmla="*/ 35710 w 35709"/>
                <a:gd name="connsiteY6" fmla="*/ 17029 h 34048"/>
                <a:gd name="connsiteX7" fmla="*/ 30620 w 35709"/>
                <a:gd name="connsiteY7" fmla="*/ 4879 h 34048"/>
                <a:gd name="connsiteX8" fmla="*/ 17855 w 35709"/>
                <a:gd name="connsiteY8" fmla="*/ 0 h 3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709" h="34048">
                  <a:moveTo>
                    <a:pt x="17855" y="0"/>
                  </a:moveTo>
                  <a:cubicBezTo>
                    <a:pt x="12730" y="0"/>
                    <a:pt x="8475" y="1626"/>
                    <a:pt x="5090" y="4879"/>
                  </a:cubicBezTo>
                  <a:cubicBezTo>
                    <a:pt x="1697" y="8132"/>
                    <a:pt x="0" y="12185"/>
                    <a:pt x="0" y="17029"/>
                  </a:cubicBezTo>
                  <a:cubicBezTo>
                    <a:pt x="0" y="21873"/>
                    <a:pt x="1697" y="25925"/>
                    <a:pt x="5090" y="29169"/>
                  </a:cubicBezTo>
                  <a:cubicBezTo>
                    <a:pt x="8484" y="32422"/>
                    <a:pt x="12738" y="34048"/>
                    <a:pt x="17855" y="34048"/>
                  </a:cubicBezTo>
                  <a:cubicBezTo>
                    <a:pt x="22971" y="34048"/>
                    <a:pt x="27226" y="32422"/>
                    <a:pt x="30620" y="29169"/>
                  </a:cubicBezTo>
                  <a:cubicBezTo>
                    <a:pt x="34013" y="25916"/>
                    <a:pt x="35710" y="21873"/>
                    <a:pt x="35710" y="17029"/>
                  </a:cubicBezTo>
                  <a:cubicBezTo>
                    <a:pt x="35710" y="12185"/>
                    <a:pt x="34013" y="8141"/>
                    <a:pt x="30620" y="4879"/>
                  </a:cubicBezTo>
                  <a:cubicBezTo>
                    <a:pt x="27226" y="1626"/>
                    <a:pt x="22971" y="0"/>
                    <a:pt x="17855" y="0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5DB2BB17-2CF5-D416-BF4E-FD6F034B6C59}"/>
                </a:ext>
              </a:extLst>
            </p:cNvPr>
            <p:cNvSpPr>
              <a:spLocks/>
            </p:cNvSpPr>
            <p:nvPr/>
          </p:nvSpPr>
          <p:spPr>
            <a:xfrm>
              <a:off x="1478581" y="6310703"/>
              <a:ext cx="29063" cy="114997"/>
            </a:xfrm>
            <a:custGeom>
              <a:avLst/>
              <a:gdLst>
                <a:gd name="connsiteX0" fmla="*/ 0 w 29063"/>
                <a:gd name="connsiteY0" fmla="*/ 0 h 114997"/>
                <a:gd name="connsiteX1" fmla="*/ 29064 w 29063"/>
                <a:gd name="connsiteY1" fmla="*/ 0 h 114997"/>
                <a:gd name="connsiteX2" fmla="*/ 29064 w 29063"/>
                <a:gd name="connsiteY2" fmla="*/ 114998 h 114997"/>
                <a:gd name="connsiteX3" fmla="*/ 0 w 29063"/>
                <a:gd name="connsiteY3" fmla="*/ 114998 h 11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63" h="114997">
                  <a:moveTo>
                    <a:pt x="0" y="0"/>
                  </a:moveTo>
                  <a:lnTo>
                    <a:pt x="29064" y="0"/>
                  </a:lnTo>
                  <a:lnTo>
                    <a:pt x="29064" y="114998"/>
                  </a:lnTo>
                  <a:lnTo>
                    <a:pt x="0" y="11499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144CCD02-9207-4290-9F48-1F6F6D28A02F}"/>
                </a:ext>
              </a:extLst>
            </p:cNvPr>
            <p:cNvSpPr>
              <a:spLocks/>
            </p:cNvSpPr>
            <p:nvPr/>
          </p:nvSpPr>
          <p:spPr>
            <a:xfrm>
              <a:off x="1512436" y="6310703"/>
              <a:ext cx="108984" cy="115006"/>
            </a:xfrm>
            <a:custGeom>
              <a:avLst/>
              <a:gdLst>
                <a:gd name="connsiteX0" fmla="*/ 70787 w 108984"/>
                <a:gd name="connsiteY0" fmla="*/ 57292 h 115006"/>
                <a:gd name="connsiteX1" fmla="*/ 108571 w 108984"/>
                <a:gd name="connsiteY1" fmla="*/ 0 h 115006"/>
                <a:gd name="connsiteX2" fmla="*/ 77433 w 108984"/>
                <a:gd name="connsiteY2" fmla="*/ 0 h 115006"/>
                <a:gd name="connsiteX3" fmla="*/ 56255 w 108984"/>
                <a:gd name="connsiteY3" fmla="*/ 35499 h 115006"/>
                <a:gd name="connsiteX4" fmla="*/ 32800 w 108984"/>
                <a:gd name="connsiteY4" fmla="*/ 0 h 115006"/>
                <a:gd name="connsiteX5" fmla="*/ 0 w 108984"/>
                <a:gd name="connsiteY5" fmla="*/ 0 h 115006"/>
                <a:gd name="connsiteX6" fmla="*/ 37987 w 108984"/>
                <a:gd name="connsiteY6" fmla="*/ 57292 h 115006"/>
                <a:gd name="connsiteX7" fmla="*/ 413 w 108984"/>
                <a:gd name="connsiteY7" fmla="*/ 115006 h 115006"/>
                <a:gd name="connsiteX8" fmla="*/ 31552 w 108984"/>
                <a:gd name="connsiteY8" fmla="*/ 115006 h 115006"/>
                <a:gd name="connsiteX9" fmla="*/ 52519 w 108984"/>
                <a:gd name="connsiteY9" fmla="*/ 79297 h 115006"/>
                <a:gd name="connsiteX10" fmla="*/ 76185 w 108984"/>
                <a:gd name="connsiteY10" fmla="*/ 115006 h 115006"/>
                <a:gd name="connsiteX11" fmla="*/ 108984 w 108984"/>
                <a:gd name="connsiteY11" fmla="*/ 115006 h 115006"/>
                <a:gd name="connsiteX12" fmla="*/ 70787 w 108984"/>
                <a:gd name="connsiteY12" fmla="*/ 57292 h 11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984" h="115006">
                  <a:moveTo>
                    <a:pt x="70787" y="57292"/>
                  </a:moveTo>
                  <a:lnTo>
                    <a:pt x="108571" y="0"/>
                  </a:lnTo>
                  <a:lnTo>
                    <a:pt x="77433" y="0"/>
                  </a:lnTo>
                  <a:lnTo>
                    <a:pt x="56255" y="35499"/>
                  </a:lnTo>
                  <a:lnTo>
                    <a:pt x="32800" y="0"/>
                  </a:lnTo>
                  <a:lnTo>
                    <a:pt x="0" y="0"/>
                  </a:lnTo>
                  <a:lnTo>
                    <a:pt x="37987" y="57292"/>
                  </a:lnTo>
                  <a:lnTo>
                    <a:pt x="413" y="115006"/>
                  </a:lnTo>
                  <a:lnTo>
                    <a:pt x="31552" y="115006"/>
                  </a:lnTo>
                  <a:lnTo>
                    <a:pt x="52519" y="79297"/>
                  </a:lnTo>
                  <a:lnTo>
                    <a:pt x="76185" y="115006"/>
                  </a:lnTo>
                  <a:lnTo>
                    <a:pt x="108984" y="115006"/>
                  </a:lnTo>
                  <a:lnTo>
                    <a:pt x="70787" y="5729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3402DAA-807A-B2CC-6556-E85E1010A7FF}"/>
                </a:ext>
              </a:extLst>
            </p:cNvPr>
            <p:cNvSpPr>
              <a:spLocks/>
            </p:cNvSpPr>
            <p:nvPr/>
          </p:nvSpPr>
          <p:spPr>
            <a:xfrm>
              <a:off x="677345" y="6285696"/>
              <a:ext cx="171628" cy="161929"/>
            </a:xfrm>
            <a:custGeom>
              <a:avLst/>
              <a:gdLst>
                <a:gd name="connsiteX0" fmla="*/ 95734 w 171628"/>
                <a:gd name="connsiteY0" fmla="*/ 10571 h 161929"/>
                <a:gd name="connsiteX1" fmla="*/ 97932 w 171628"/>
                <a:gd name="connsiteY1" fmla="*/ 9455 h 161929"/>
                <a:gd name="connsiteX2" fmla="*/ 104042 w 171628"/>
                <a:gd name="connsiteY2" fmla="*/ 6923 h 161929"/>
                <a:gd name="connsiteX3" fmla="*/ 112042 w 171628"/>
                <a:gd name="connsiteY3" fmla="*/ 5824 h 161929"/>
                <a:gd name="connsiteX4" fmla="*/ 142820 w 171628"/>
                <a:gd name="connsiteY4" fmla="*/ 12435 h 161929"/>
                <a:gd name="connsiteX5" fmla="*/ 166301 w 171628"/>
                <a:gd name="connsiteY5" fmla="*/ 53666 h 161929"/>
                <a:gd name="connsiteX6" fmla="*/ 166301 w 171628"/>
                <a:gd name="connsiteY6" fmla="*/ 53833 h 161929"/>
                <a:gd name="connsiteX7" fmla="*/ 168991 w 171628"/>
                <a:gd name="connsiteY7" fmla="*/ 56470 h 161929"/>
                <a:gd name="connsiteX8" fmla="*/ 171629 w 171628"/>
                <a:gd name="connsiteY8" fmla="*/ 53780 h 161929"/>
                <a:gd name="connsiteX9" fmla="*/ 171629 w 171628"/>
                <a:gd name="connsiteY9" fmla="*/ 53604 h 161929"/>
                <a:gd name="connsiteX10" fmla="*/ 145589 w 171628"/>
                <a:gd name="connsiteY10" fmla="*/ 7881 h 161929"/>
                <a:gd name="connsiteX11" fmla="*/ 110143 w 171628"/>
                <a:gd name="connsiteY11" fmla="*/ 532 h 161929"/>
                <a:gd name="connsiteX12" fmla="*/ 102688 w 171628"/>
                <a:gd name="connsiteY12" fmla="*/ 2395 h 161929"/>
                <a:gd name="connsiteX13" fmla="*/ 96103 w 171628"/>
                <a:gd name="connsiteY13" fmla="*/ 4532 h 161929"/>
                <a:gd name="connsiteX14" fmla="*/ 93343 w 171628"/>
                <a:gd name="connsiteY14" fmla="*/ 5815 h 161929"/>
                <a:gd name="connsiteX15" fmla="*/ 58205 w 171628"/>
                <a:gd name="connsiteY15" fmla="*/ 29534 h 161929"/>
                <a:gd name="connsiteX16" fmla="*/ 53000 w 171628"/>
                <a:gd name="connsiteY16" fmla="*/ 34281 h 161929"/>
                <a:gd name="connsiteX17" fmla="*/ 25457 w 171628"/>
                <a:gd name="connsiteY17" fmla="*/ 68074 h 161929"/>
                <a:gd name="connsiteX18" fmla="*/ 19374 w 171628"/>
                <a:gd name="connsiteY18" fmla="*/ 78729 h 161929"/>
                <a:gd name="connsiteX19" fmla="*/ 16227 w 171628"/>
                <a:gd name="connsiteY19" fmla="*/ 85077 h 161929"/>
                <a:gd name="connsiteX20" fmla="*/ 2767 w 171628"/>
                <a:gd name="connsiteY20" fmla="*/ 127081 h 161929"/>
                <a:gd name="connsiteX21" fmla="*/ 745 w 171628"/>
                <a:gd name="connsiteY21" fmla="*/ 141692 h 161929"/>
                <a:gd name="connsiteX22" fmla="*/ 7 w 171628"/>
                <a:gd name="connsiteY22" fmla="*/ 159292 h 161929"/>
                <a:gd name="connsiteX23" fmla="*/ 2662 w 171628"/>
                <a:gd name="connsiteY23" fmla="*/ 161929 h 161929"/>
                <a:gd name="connsiteX24" fmla="*/ 2688 w 171628"/>
                <a:gd name="connsiteY24" fmla="*/ 161929 h 161929"/>
                <a:gd name="connsiteX25" fmla="*/ 5326 w 171628"/>
                <a:gd name="connsiteY25" fmla="*/ 159239 h 161929"/>
                <a:gd name="connsiteX26" fmla="*/ 5932 w 171628"/>
                <a:gd name="connsiteY26" fmla="*/ 143485 h 161929"/>
                <a:gd name="connsiteX27" fmla="*/ 7778 w 171628"/>
                <a:gd name="connsiteY27" fmla="*/ 129173 h 161929"/>
                <a:gd name="connsiteX28" fmla="*/ 19119 w 171628"/>
                <a:gd name="connsiteY28" fmla="*/ 91485 h 161929"/>
                <a:gd name="connsiteX29" fmla="*/ 22064 w 171628"/>
                <a:gd name="connsiteY29" fmla="*/ 85173 h 161929"/>
                <a:gd name="connsiteX30" fmla="*/ 29967 w 171628"/>
                <a:gd name="connsiteY30" fmla="*/ 70861 h 161929"/>
                <a:gd name="connsiteX31" fmla="*/ 59901 w 171628"/>
                <a:gd name="connsiteY31" fmla="*/ 35107 h 161929"/>
                <a:gd name="connsiteX32" fmla="*/ 65211 w 171628"/>
                <a:gd name="connsiteY32" fmla="*/ 30536 h 161929"/>
                <a:gd name="connsiteX33" fmla="*/ 95743 w 171628"/>
                <a:gd name="connsiteY33" fmla="*/ 10536 h 161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28" h="161929">
                  <a:moveTo>
                    <a:pt x="95734" y="10571"/>
                  </a:moveTo>
                  <a:cubicBezTo>
                    <a:pt x="96701" y="10079"/>
                    <a:pt x="97677" y="9630"/>
                    <a:pt x="97932" y="9455"/>
                  </a:cubicBezTo>
                  <a:lnTo>
                    <a:pt x="104042" y="6923"/>
                  </a:lnTo>
                  <a:lnTo>
                    <a:pt x="112042" y="5824"/>
                  </a:lnTo>
                  <a:cubicBezTo>
                    <a:pt x="123084" y="4532"/>
                    <a:pt x="133598" y="6826"/>
                    <a:pt x="142820" y="12435"/>
                  </a:cubicBezTo>
                  <a:cubicBezTo>
                    <a:pt x="157352" y="21270"/>
                    <a:pt x="166125" y="36681"/>
                    <a:pt x="166301" y="53666"/>
                  </a:cubicBezTo>
                  <a:lnTo>
                    <a:pt x="166301" y="53833"/>
                  </a:lnTo>
                  <a:cubicBezTo>
                    <a:pt x="166319" y="55301"/>
                    <a:pt x="167514" y="56470"/>
                    <a:pt x="168991" y="56470"/>
                  </a:cubicBezTo>
                  <a:cubicBezTo>
                    <a:pt x="170459" y="56452"/>
                    <a:pt x="171637" y="55248"/>
                    <a:pt x="171629" y="53780"/>
                  </a:cubicBezTo>
                  <a:lnTo>
                    <a:pt x="171629" y="53604"/>
                  </a:lnTo>
                  <a:cubicBezTo>
                    <a:pt x="171435" y="34764"/>
                    <a:pt x="161703" y="17674"/>
                    <a:pt x="145589" y="7881"/>
                  </a:cubicBezTo>
                  <a:cubicBezTo>
                    <a:pt x="134723" y="1279"/>
                    <a:pt x="122249" y="-1192"/>
                    <a:pt x="110143" y="532"/>
                  </a:cubicBezTo>
                  <a:lnTo>
                    <a:pt x="102688" y="2395"/>
                  </a:lnTo>
                  <a:lnTo>
                    <a:pt x="96103" y="4532"/>
                  </a:lnTo>
                  <a:cubicBezTo>
                    <a:pt x="95180" y="4936"/>
                    <a:pt x="94257" y="5358"/>
                    <a:pt x="93343" y="5815"/>
                  </a:cubicBezTo>
                  <a:cubicBezTo>
                    <a:pt x="80631" y="12250"/>
                    <a:pt x="68842" y="20241"/>
                    <a:pt x="58205" y="29534"/>
                  </a:cubicBezTo>
                  <a:lnTo>
                    <a:pt x="53000" y="34281"/>
                  </a:lnTo>
                  <a:cubicBezTo>
                    <a:pt x="42468" y="44277"/>
                    <a:pt x="33194" y="55608"/>
                    <a:pt x="25457" y="68074"/>
                  </a:cubicBezTo>
                  <a:cubicBezTo>
                    <a:pt x="23295" y="71564"/>
                    <a:pt x="21264" y="75116"/>
                    <a:pt x="19374" y="78729"/>
                  </a:cubicBezTo>
                  <a:lnTo>
                    <a:pt x="16227" y="85077"/>
                  </a:lnTo>
                  <a:cubicBezTo>
                    <a:pt x="9915" y="98439"/>
                    <a:pt x="5405" y="112558"/>
                    <a:pt x="2767" y="127081"/>
                  </a:cubicBezTo>
                  <a:lnTo>
                    <a:pt x="745" y="141692"/>
                  </a:lnTo>
                  <a:cubicBezTo>
                    <a:pt x="200" y="147520"/>
                    <a:pt x="-46" y="153393"/>
                    <a:pt x="7" y="159292"/>
                  </a:cubicBezTo>
                  <a:cubicBezTo>
                    <a:pt x="25" y="160751"/>
                    <a:pt x="1211" y="161929"/>
                    <a:pt x="2662" y="161929"/>
                  </a:cubicBezTo>
                  <a:lnTo>
                    <a:pt x="2688" y="161929"/>
                  </a:lnTo>
                  <a:cubicBezTo>
                    <a:pt x="4156" y="161912"/>
                    <a:pt x="5334" y="160707"/>
                    <a:pt x="5326" y="159239"/>
                  </a:cubicBezTo>
                  <a:cubicBezTo>
                    <a:pt x="5273" y="153964"/>
                    <a:pt x="5493" y="148707"/>
                    <a:pt x="5932" y="143485"/>
                  </a:cubicBezTo>
                  <a:lnTo>
                    <a:pt x="7778" y="129173"/>
                  </a:lnTo>
                  <a:cubicBezTo>
                    <a:pt x="10038" y="116197"/>
                    <a:pt x="13836" y="103547"/>
                    <a:pt x="19119" y="91485"/>
                  </a:cubicBezTo>
                  <a:lnTo>
                    <a:pt x="22064" y="85173"/>
                  </a:lnTo>
                  <a:cubicBezTo>
                    <a:pt x="24455" y="80294"/>
                    <a:pt x="27084" y="75512"/>
                    <a:pt x="29967" y="70861"/>
                  </a:cubicBezTo>
                  <a:cubicBezTo>
                    <a:pt x="38249" y="57516"/>
                    <a:pt x="48350" y="45499"/>
                    <a:pt x="59901" y="35107"/>
                  </a:cubicBezTo>
                  <a:lnTo>
                    <a:pt x="65211" y="30536"/>
                  </a:lnTo>
                  <a:cubicBezTo>
                    <a:pt x="74583" y="22800"/>
                    <a:pt x="84807" y="16066"/>
                    <a:pt x="95743" y="10536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249D2F1-9DA1-6B8A-9EE0-275134EB0370}"/>
                </a:ext>
              </a:extLst>
            </p:cNvPr>
            <p:cNvSpPr>
              <a:spLocks/>
            </p:cNvSpPr>
            <p:nvPr/>
          </p:nvSpPr>
          <p:spPr>
            <a:xfrm>
              <a:off x="657926" y="6314102"/>
              <a:ext cx="192303" cy="139606"/>
            </a:xfrm>
            <a:custGeom>
              <a:avLst/>
              <a:gdLst>
                <a:gd name="connsiteX0" fmla="*/ 79135 w 192303"/>
                <a:gd name="connsiteY0" fmla="*/ 6939 h 139606"/>
                <a:gd name="connsiteX1" fmla="*/ 95188 w 192303"/>
                <a:gd name="connsiteY1" fmla="*/ 10033 h 139606"/>
                <a:gd name="connsiteX2" fmla="*/ 133403 w 192303"/>
                <a:gd name="connsiteY2" fmla="*/ 24662 h 139606"/>
                <a:gd name="connsiteX3" fmla="*/ 149315 w 192303"/>
                <a:gd name="connsiteY3" fmla="*/ 34324 h 139606"/>
                <a:gd name="connsiteX4" fmla="*/ 172885 w 192303"/>
                <a:gd name="connsiteY4" fmla="*/ 53946 h 139606"/>
                <a:gd name="connsiteX5" fmla="*/ 175082 w 192303"/>
                <a:gd name="connsiteY5" fmla="*/ 56310 h 139606"/>
                <a:gd name="connsiteX6" fmla="*/ 182889 w 192303"/>
                <a:gd name="connsiteY6" fmla="*/ 68609 h 139606"/>
                <a:gd name="connsiteX7" fmla="*/ 185649 w 192303"/>
                <a:gd name="connsiteY7" fmla="*/ 99299 h 139606"/>
                <a:gd name="connsiteX8" fmla="*/ 153693 w 192303"/>
                <a:gd name="connsiteY8" fmla="*/ 134367 h 139606"/>
                <a:gd name="connsiteX9" fmla="*/ 153667 w 192303"/>
                <a:gd name="connsiteY9" fmla="*/ 134367 h 139606"/>
                <a:gd name="connsiteX10" fmla="*/ 151794 w 192303"/>
                <a:gd name="connsiteY10" fmla="*/ 137576 h 139606"/>
                <a:gd name="connsiteX11" fmla="*/ 154379 w 192303"/>
                <a:gd name="connsiteY11" fmla="*/ 139607 h 139606"/>
                <a:gd name="connsiteX12" fmla="*/ 155232 w 192303"/>
                <a:gd name="connsiteY12" fmla="*/ 139466 h 139606"/>
                <a:gd name="connsiteX13" fmla="*/ 155390 w 192303"/>
                <a:gd name="connsiteY13" fmla="*/ 139414 h 139606"/>
                <a:gd name="connsiteX14" fmla="*/ 190836 w 192303"/>
                <a:gd name="connsiteY14" fmla="*/ 100521 h 139606"/>
                <a:gd name="connsiteX15" fmla="*/ 187917 w 192303"/>
                <a:gd name="connsiteY15" fmla="*/ 66807 h 139606"/>
                <a:gd name="connsiteX16" fmla="*/ 185852 w 192303"/>
                <a:gd name="connsiteY16" fmla="*/ 63018 h 139606"/>
                <a:gd name="connsiteX17" fmla="*/ 179874 w 192303"/>
                <a:gd name="connsiteY17" fmla="*/ 54130 h 139606"/>
                <a:gd name="connsiteX18" fmla="*/ 176647 w 192303"/>
                <a:gd name="connsiteY18" fmla="*/ 50200 h 139606"/>
                <a:gd name="connsiteX19" fmla="*/ 176647 w 192303"/>
                <a:gd name="connsiteY19" fmla="*/ 50200 h 139606"/>
                <a:gd name="connsiteX20" fmla="*/ 148287 w 192303"/>
                <a:gd name="connsiteY20" fmla="*/ 27255 h 139606"/>
                <a:gd name="connsiteX21" fmla="*/ 131909 w 192303"/>
                <a:gd name="connsiteY21" fmla="*/ 17928 h 139606"/>
                <a:gd name="connsiteX22" fmla="*/ 96454 w 192303"/>
                <a:gd name="connsiteY22" fmla="*/ 4882 h 139606"/>
                <a:gd name="connsiteX23" fmla="*/ 84436 w 192303"/>
                <a:gd name="connsiteY23" fmla="*/ 2385 h 139606"/>
                <a:gd name="connsiteX24" fmla="*/ 77421 w 192303"/>
                <a:gd name="connsiteY24" fmla="*/ 1357 h 139606"/>
                <a:gd name="connsiteX25" fmla="*/ 28744 w 192303"/>
                <a:gd name="connsiteY25" fmla="*/ 2218 h 139606"/>
                <a:gd name="connsiteX26" fmla="*/ 23294 w 192303"/>
                <a:gd name="connsiteY26" fmla="*/ 3194 h 139606"/>
                <a:gd name="connsiteX27" fmla="*/ 1817 w 192303"/>
                <a:gd name="connsiteY27" fmla="*/ 8873 h 139606"/>
                <a:gd name="connsiteX28" fmla="*/ 138 w 192303"/>
                <a:gd name="connsiteY28" fmla="*/ 12240 h 139606"/>
                <a:gd name="connsiteX29" fmla="*/ 3505 w 192303"/>
                <a:gd name="connsiteY29" fmla="*/ 13910 h 139606"/>
                <a:gd name="connsiteX30" fmla="*/ 23091 w 192303"/>
                <a:gd name="connsiteY30" fmla="*/ 8662 h 139606"/>
                <a:gd name="connsiteX31" fmla="*/ 28419 w 192303"/>
                <a:gd name="connsiteY31" fmla="*/ 7660 h 139606"/>
                <a:gd name="connsiteX32" fmla="*/ 72199 w 192303"/>
                <a:gd name="connsiteY32" fmla="*/ 6095 h 139606"/>
                <a:gd name="connsiteX33" fmla="*/ 79109 w 192303"/>
                <a:gd name="connsiteY33" fmla="*/ 6948 h 13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303" h="139606">
                  <a:moveTo>
                    <a:pt x="79135" y="6939"/>
                  </a:moveTo>
                  <a:cubicBezTo>
                    <a:pt x="84515" y="7704"/>
                    <a:pt x="89878" y="8724"/>
                    <a:pt x="95188" y="10033"/>
                  </a:cubicBezTo>
                  <a:cubicBezTo>
                    <a:pt x="108559" y="13321"/>
                    <a:pt x="121377" y="18262"/>
                    <a:pt x="133403" y="24662"/>
                  </a:cubicBezTo>
                  <a:lnTo>
                    <a:pt x="149315" y="34324"/>
                  </a:lnTo>
                  <a:cubicBezTo>
                    <a:pt x="157729" y="40099"/>
                    <a:pt x="165632" y="46649"/>
                    <a:pt x="172885" y="53946"/>
                  </a:cubicBezTo>
                  <a:cubicBezTo>
                    <a:pt x="173649" y="54710"/>
                    <a:pt x="174379" y="55502"/>
                    <a:pt x="175082" y="56310"/>
                  </a:cubicBezTo>
                  <a:lnTo>
                    <a:pt x="182889" y="68609"/>
                  </a:lnTo>
                  <a:cubicBezTo>
                    <a:pt x="187065" y="78086"/>
                    <a:pt x="188137" y="88794"/>
                    <a:pt x="185649" y="99299"/>
                  </a:cubicBezTo>
                  <a:cubicBezTo>
                    <a:pt x="181737" y="115853"/>
                    <a:pt x="169790" y="128961"/>
                    <a:pt x="153693" y="134367"/>
                  </a:cubicBezTo>
                  <a:lnTo>
                    <a:pt x="153667" y="134367"/>
                  </a:lnTo>
                  <a:cubicBezTo>
                    <a:pt x="152331" y="134825"/>
                    <a:pt x="151460" y="136214"/>
                    <a:pt x="151794" y="137576"/>
                  </a:cubicBezTo>
                  <a:cubicBezTo>
                    <a:pt x="152102" y="138816"/>
                    <a:pt x="153201" y="139607"/>
                    <a:pt x="154379" y="139607"/>
                  </a:cubicBezTo>
                  <a:cubicBezTo>
                    <a:pt x="154660" y="139607"/>
                    <a:pt x="154951" y="139563"/>
                    <a:pt x="155232" y="139466"/>
                  </a:cubicBezTo>
                  <a:lnTo>
                    <a:pt x="155390" y="139414"/>
                  </a:lnTo>
                  <a:cubicBezTo>
                    <a:pt x="173245" y="133409"/>
                    <a:pt x="186493" y="118877"/>
                    <a:pt x="190836" y="100521"/>
                  </a:cubicBezTo>
                  <a:cubicBezTo>
                    <a:pt x="193561" y="88996"/>
                    <a:pt x="192436" y="77242"/>
                    <a:pt x="187917" y="66807"/>
                  </a:cubicBezTo>
                  <a:cubicBezTo>
                    <a:pt x="187346" y="65480"/>
                    <a:pt x="186652" y="64214"/>
                    <a:pt x="185852" y="63018"/>
                  </a:cubicBezTo>
                  <a:lnTo>
                    <a:pt x="179874" y="54130"/>
                  </a:lnTo>
                  <a:cubicBezTo>
                    <a:pt x="178924" y="52724"/>
                    <a:pt x="177843" y="51405"/>
                    <a:pt x="176647" y="50200"/>
                  </a:cubicBezTo>
                  <a:lnTo>
                    <a:pt x="176647" y="50200"/>
                  </a:lnTo>
                  <a:cubicBezTo>
                    <a:pt x="168005" y="41515"/>
                    <a:pt x="158485" y="33840"/>
                    <a:pt x="148287" y="27255"/>
                  </a:cubicBezTo>
                  <a:lnTo>
                    <a:pt x="131909" y="17928"/>
                  </a:lnTo>
                  <a:cubicBezTo>
                    <a:pt x="120656" y="12319"/>
                    <a:pt x="108779" y="7915"/>
                    <a:pt x="96454" y="4882"/>
                  </a:cubicBezTo>
                  <a:cubicBezTo>
                    <a:pt x="92472" y="3897"/>
                    <a:pt x="88463" y="3071"/>
                    <a:pt x="84436" y="2385"/>
                  </a:cubicBezTo>
                  <a:lnTo>
                    <a:pt x="77421" y="1357"/>
                  </a:lnTo>
                  <a:cubicBezTo>
                    <a:pt x="61236" y="-709"/>
                    <a:pt x="44858" y="-410"/>
                    <a:pt x="28744" y="2218"/>
                  </a:cubicBezTo>
                  <a:lnTo>
                    <a:pt x="23294" y="3194"/>
                  </a:lnTo>
                  <a:cubicBezTo>
                    <a:pt x="16050" y="4618"/>
                    <a:pt x="8876" y="6499"/>
                    <a:pt x="1817" y="8873"/>
                  </a:cubicBezTo>
                  <a:cubicBezTo>
                    <a:pt x="428" y="9339"/>
                    <a:pt x="-328" y="10851"/>
                    <a:pt x="138" y="12240"/>
                  </a:cubicBezTo>
                  <a:cubicBezTo>
                    <a:pt x="604" y="13629"/>
                    <a:pt x="2116" y="14385"/>
                    <a:pt x="3505" y="13910"/>
                  </a:cubicBezTo>
                  <a:cubicBezTo>
                    <a:pt x="9949" y="11748"/>
                    <a:pt x="16498" y="10007"/>
                    <a:pt x="23091" y="8662"/>
                  </a:cubicBezTo>
                  <a:lnTo>
                    <a:pt x="28419" y="7660"/>
                  </a:lnTo>
                  <a:cubicBezTo>
                    <a:pt x="42898" y="5190"/>
                    <a:pt x="57614" y="4644"/>
                    <a:pt x="72199" y="6095"/>
                  </a:cubicBezTo>
                  <a:lnTo>
                    <a:pt x="79109" y="6948"/>
                  </a:lnTo>
                  <a:close/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9B50A7A9-BA03-A1EB-4328-4DC021CEB793}"/>
                </a:ext>
              </a:extLst>
            </p:cNvPr>
            <p:cNvSpPr>
              <a:spLocks/>
            </p:cNvSpPr>
            <p:nvPr/>
          </p:nvSpPr>
          <p:spPr>
            <a:xfrm>
              <a:off x="680648" y="6268371"/>
              <a:ext cx="121221" cy="198524"/>
            </a:xfrm>
            <a:custGeom>
              <a:avLst/>
              <a:gdLst>
                <a:gd name="connsiteX0" fmla="*/ 5881 w 121221"/>
                <a:gd name="connsiteY0" fmla="*/ 61382 h 198524"/>
                <a:gd name="connsiteX1" fmla="*/ 5319 w 121221"/>
                <a:gd name="connsiteY1" fmla="*/ 53707 h 198524"/>
                <a:gd name="connsiteX2" fmla="*/ 5635 w 121221"/>
                <a:gd name="connsiteY2" fmla="*/ 48256 h 198524"/>
                <a:gd name="connsiteX3" fmla="*/ 22207 w 121221"/>
                <a:gd name="connsiteY3" fmla="*/ 17180 h 198524"/>
                <a:gd name="connsiteX4" fmla="*/ 68677 w 121221"/>
                <a:gd name="connsiteY4" fmla="*/ 7588 h 198524"/>
                <a:gd name="connsiteX5" fmla="*/ 68844 w 121221"/>
                <a:gd name="connsiteY5" fmla="*/ 7641 h 198524"/>
                <a:gd name="connsiteX6" fmla="*/ 72176 w 121221"/>
                <a:gd name="connsiteY6" fmla="*/ 5900 h 198524"/>
                <a:gd name="connsiteX7" fmla="*/ 70435 w 121221"/>
                <a:gd name="connsiteY7" fmla="*/ 2569 h 198524"/>
                <a:gd name="connsiteX8" fmla="*/ 70268 w 121221"/>
                <a:gd name="connsiteY8" fmla="*/ 2516 h 198524"/>
                <a:gd name="connsiteX9" fmla="*/ 18734 w 121221"/>
                <a:gd name="connsiteY9" fmla="*/ 13153 h 198524"/>
                <a:gd name="connsiteX10" fmla="*/ 193 w 121221"/>
                <a:gd name="connsiteY10" fmla="*/ 49241 h 198524"/>
                <a:gd name="connsiteX11" fmla="*/ 0 w 121221"/>
                <a:gd name="connsiteY11" fmla="*/ 54709 h 198524"/>
                <a:gd name="connsiteX12" fmla="*/ 624 w 121221"/>
                <a:gd name="connsiteY12" fmla="*/ 62208 h 198524"/>
                <a:gd name="connsiteX13" fmla="*/ 12325 w 121221"/>
                <a:gd name="connsiteY13" fmla="*/ 102955 h 198524"/>
                <a:gd name="connsiteX14" fmla="*/ 15235 w 121221"/>
                <a:gd name="connsiteY14" fmla="*/ 109373 h 198524"/>
                <a:gd name="connsiteX15" fmla="*/ 38866 w 121221"/>
                <a:gd name="connsiteY15" fmla="*/ 146015 h 198524"/>
                <a:gd name="connsiteX16" fmla="*/ 43130 w 121221"/>
                <a:gd name="connsiteY16" fmla="*/ 150867 h 198524"/>
                <a:gd name="connsiteX17" fmla="*/ 56571 w 121221"/>
                <a:gd name="connsiteY17" fmla="*/ 164037 h 198524"/>
                <a:gd name="connsiteX18" fmla="*/ 87973 w 121221"/>
                <a:gd name="connsiteY18" fmla="*/ 185830 h 198524"/>
                <a:gd name="connsiteX19" fmla="*/ 101248 w 121221"/>
                <a:gd name="connsiteY19" fmla="*/ 192265 h 198524"/>
                <a:gd name="connsiteX20" fmla="*/ 117758 w 121221"/>
                <a:gd name="connsiteY20" fmla="*/ 198401 h 198524"/>
                <a:gd name="connsiteX21" fmla="*/ 118558 w 121221"/>
                <a:gd name="connsiteY21" fmla="*/ 198524 h 198524"/>
                <a:gd name="connsiteX22" fmla="*/ 121099 w 121221"/>
                <a:gd name="connsiteY22" fmla="*/ 196661 h 198524"/>
                <a:gd name="connsiteX23" fmla="*/ 119358 w 121221"/>
                <a:gd name="connsiteY23" fmla="*/ 193329 h 198524"/>
                <a:gd name="connsiteX24" fmla="*/ 104562 w 121221"/>
                <a:gd name="connsiteY24" fmla="*/ 187878 h 198524"/>
                <a:gd name="connsiteX25" fmla="*/ 91516 w 121221"/>
                <a:gd name="connsiteY25" fmla="*/ 181698 h 198524"/>
                <a:gd name="connsiteX26" fmla="*/ 63648 w 121221"/>
                <a:gd name="connsiteY26" fmla="*/ 163105 h 198524"/>
                <a:gd name="connsiteX27" fmla="*/ 50039 w 121221"/>
                <a:gd name="connsiteY27" fmla="*/ 150454 h 198524"/>
                <a:gd name="connsiteX28" fmla="*/ 42919 w 121221"/>
                <a:gd name="connsiteY28" fmla="*/ 142577 h 198524"/>
                <a:gd name="connsiteX29" fmla="*/ 18163 w 121221"/>
                <a:gd name="connsiteY29" fmla="*/ 103061 h 198524"/>
                <a:gd name="connsiteX30" fmla="*/ 15455 w 121221"/>
                <a:gd name="connsiteY30" fmla="*/ 96599 h 198524"/>
                <a:gd name="connsiteX31" fmla="*/ 5864 w 121221"/>
                <a:gd name="connsiteY31" fmla="*/ 61382 h 19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1221" h="198524">
                  <a:moveTo>
                    <a:pt x="5881" y="61382"/>
                  </a:moveTo>
                  <a:cubicBezTo>
                    <a:pt x="5486" y="58815"/>
                    <a:pt x="5310" y="56248"/>
                    <a:pt x="5319" y="53707"/>
                  </a:cubicBezTo>
                  <a:lnTo>
                    <a:pt x="5635" y="48256"/>
                  </a:lnTo>
                  <a:cubicBezTo>
                    <a:pt x="7015" y="36353"/>
                    <a:pt x="12791" y="25276"/>
                    <a:pt x="22207" y="17180"/>
                  </a:cubicBezTo>
                  <a:cubicBezTo>
                    <a:pt x="35094" y="6085"/>
                    <a:pt x="52466" y="2507"/>
                    <a:pt x="68677" y="7588"/>
                  </a:cubicBezTo>
                  <a:lnTo>
                    <a:pt x="68844" y="7641"/>
                  </a:lnTo>
                  <a:cubicBezTo>
                    <a:pt x="70242" y="8081"/>
                    <a:pt x="71736" y="7298"/>
                    <a:pt x="72176" y="5900"/>
                  </a:cubicBezTo>
                  <a:cubicBezTo>
                    <a:pt x="72615" y="4494"/>
                    <a:pt x="71833" y="3008"/>
                    <a:pt x="70435" y="2569"/>
                  </a:cubicBezTo>
                  <a:lnTo>
                    <a:pt x="70268" y="2516"/>
                  </a:lnTo>
                  <a:cubicBezTo>
                    <a:pt x="52290" y="-3128"/>
                    <a:pt x="33029" y="854"/>
                    <a:pt x="18734" y="13153"/>
                  </a:cubicBezTo>
                  <a:cubicBezTo>
                    <a:pt x="7868" y="22498"/>
                    <a:pt x="1371" y="35421"/>
                    <a:pt x="193" y="49241"/>
                  </a:cubicBezTo>
                  <a:lnTo>
                    <a:pt x="0" y="54709"/>
                  </a:lnTo>
                  <a:cubicBezTo>
                    <a:pt x="44" y="57197"/>
                    <a:pt x="237" y="59694"/>
                    <a:pt x="624" y="62208"/>
                  </a:cubicBezTo>
                  <a:cubicBezTo>
                    <a:pt x="2813" y="76292"/>
                    <a:pt x="6769" y="89962"/>
                    <a:pt x="12325" y="102955"/>
                  </a:cubicBezTo>
                  <a:lnTo>
                    <a:pt x="15235" y="109373"/>
                  </a:lnTo>
                  <a:cubicBezTo>
                    <a:pt x="21486" y="122481"/>
                    <a:pt x="29398" y="134806"/>
                    <a:pt x="38866" y="146015"/>
                  </a:cubicBezTo>
                  <a:cubicBezTo>
                    <a:pt x="40255" y="147659"/>
                    <a:pt x="41688" y="149276"/>
                    <a:pt x="43130" y="150867"/>
                  </a:cubicBezTo>
                  <a:lnTo>
                    <a:pt x="56571" y="164037"/>
                  </a:lnTo>
                  <a:cubicBezTo>
                    <a:pt x="66180" y="172467"/>
                    <a:pt x="76712" y="179764"/>
                    <a:pt x="87973" y="185830"/>
                  </a:cubicBezTo>
                  <a:lnTo>
                    <a:pt x="101248" y="192265"/>
                  </a:lnTo>
                  <a:cubicBezTo>
                    <a:pt x="106620" y="194586"/>
                    <a:pt x="112132" y="196634"/>
                    <a:pt x="117758" y="198401"/>
                  </a:cubicBezTo>
                  <a:cubicBezTo>
                    <a:pt x="118022" y="198480"/>
                    <a:pt x="118294" y="198524"/>
                    <a:pt x="118558" y="198524"/>
                  </a:cubicBezTo>
                  <a:cubicBezTo>
                    <a:pt x="119692" y="198524"/>
                    <a:pt x="120738" y="197795"/>
                    <a:pt x="121099" y="196661"/>
                  </a:cubicBezTo>
                  <a:cubicBezTo>
                    <a:pt x="121538" y="195254"/>
                    <a:pt x="120756" y="193768"/>
                    <a:pt x="119358" y="193329"/>
                  </a:cubicBezTo>
                  <a:cubicBezTo>
                    <a:pt x="114321" y="191746"/>
                    <a:pt x="109389" y="189918"/>
                    <a:pt x="104562" y="187878"/>
                  </a:cubicBezTo>
                  <a:lnTo>
                    <a:pt x="91516" y="181698"/>
                  </a:lnTo>
                  <a:cubicBezTo>
                    <a:pt x="81609" y="176459"/>
                    <a:pt x="72272" y="170234"/>
                    <a:pt x="63648" y="163105"/>
                  </a:cubicBezTo>
                  <a:lnTo>
                    <a:pt x="50039" y="150454"/>
                  </a:lnTo>
                  <a:cubicBezTo>
                    <a:pt x="47587" y="147905"/>
                    <a:pt x="45204" y="145285"/>
                    <a:pt x="42919" y="142577"/>
                  </a:cubicBezTo>
                  <a:cubicBezTo>
                    <a:pt x="32782" y="130577"/>
                    <a:pt x="24483" y="117259"/>
                    <a:pt x="18163" y="103061"/>
                  </a:cubicBezTo>
                  <a:lnTo>
                    <a:pt x="15455" y="96599"/>
                  </a:lnTo>
                  <a:cubicBezTo>
                    <a:pt x="10989" y="85294"/>
                    <a:pt x="7754" y="73496"/>
                    <a:pt x="5864" y="61382"/>
                  </a:cubicBezTo>
                </a:path>
              </a:pathLst>
            </a:custGeom>
            <a:solidFill>
              <a:srgbClr val="F28A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F7D37B52-8557-302B-71A8-4BD0E25F0EA7}"/>
                </a:ext>
              </a:extLst>
            </p:cNvPr>
            <p:cNvSpPr>
              <a:spLocks/>
            </p:cNvSpPr>
            <p:nvPr/>
          </p:nvSpPr>
          <p:spPr>
            <a:xfrm>
              <a:off x="640694" y="6336362"/>
              <a:ext cx="220421" cy="96986"/>
            </a:xfrm>
            <a:custGeom>
              <a:avLst/>
              <a:gdLst>
                <a:gd name="connsiteX0" fmla="*/ 217422 w 220421"/>
                <a:gd name="connsiteY0" fmla="*/ 13734 h 96986"/>
                <a:gd name="connsiteX1" fmla="*/ 207523 w 220421"/>
                <a:gd name="connsiteY1" fmla="*/ 15404 h 96986"/>
                <a:gd name="connsiteX2" fmla="*/ 195541 w 220421"/>
                <a:gd name="connsiteY2" fmla="*/ 30270 h 96986"/>
                <a:gd name="connsiteX3" fmla="*/ 191892 w 220421"/>
                <a:gd name="connsiteY3" fmla="*/ 34164 h 96986"/>
                <a:gd name="connsiteX4" fmla="*/ 166046 w 220421"/>
                <a:gd name="connsiteY4" fmla="*/ 55729 h 96986"/>
                <a:gd name="connsiteX5" fmla="*/ 150161 w 220421"/>
                <a:gd name="connsiteY5" fmla="*/ 65074 h 96986"/>
                <a:gd name="connsiteX6" fmla="*/ 137580 w 220421"/>
                <a:gd name="connsiteY6" fmla="*/ 70876 h 96986"/>
                <a:gd name="connsiteX7" fmla="*/ 89967 w 220421"/>
                <a:gd name="connsiteY7" fmla="*/ 82252 h 96986"/>
                <a:gd name="connsiteX8" fmla="*/ 83049 w 220421"/>
                <a:gd name="connsiteY8" fmla="*/ 82657 h 96986"/>
                <a:gd name="connsiteX9" fmla="*/ 51286 w 220421"/>
                <a:gd name="connsiteY9" fmla="*/ 80749 h 96986"/>
                <a:gd name="connsiteX10" fmla="*/ 43805 w 220421"/>
                <a:gd name="connsiteY10" fmla="*/ 78850 h 96986"/>
                <a:gd name="connsiteX11" fmla="*/ 38785 w 220421"/>
                <a:gd name="connsiteY11" fmla="*/ 76749 h 96986"/>
                <a:gd name="connsiteX12" fmla="*/ 17677 w 220421"/>
                <a:gd name="connsiteY12" fmla="*/ 54226 h 96986"/>
                <a:gd name="connsiteX13" fmla="*/ 22442 w 220421"/>
                <a:gd name="connsiteY13" fmla="*/ 11351 h 96986"/>
                <a:gd name="connsiteX14" fmla="*/ 22539 w 220421"/>
                <a:gd name="connsiteY14" fmla="*/ 11211 h 96986"/>
                <a:gd name="connsiteX15" fmla="*/ 20869 w 220421"/>
                <a:gd name="connsiteY15" fmla="*/ 1312 h 96986"/>
                <a:gd name="connsiteX16" fmla="*/ 10970 w 220421"/>
                <a:gd name="connsiteY16" fmla="*/ 2982 h 96986"/>
                <a:gd name="connsiteX17" fmla="*/ 10873 w 220421"/>
                <a:gd name="connsiteY17" fmla="*/ 3123 h 96986"/>
                <a:gd name="connsiteX18" fmla="*/ 4596 w 220421"/>
                <a:gd name="connsiteY18" fmla="*/ 59712 h 96986"/>
                <a:gd name="connsiteX19" fmla="*/ 36781 w 220421"/>
                <a:gd name="connsiteY19" fmla="*/ 91369 h 96986"/>
                <a:gd name="connsiteX20" fmla="*/ 41976 w 220421"/>
                <a:gd name="connsiteY20" fmla="*/ 93171 h 96986"/>
                <a:gd name="connsiteX21" fmla="*/ 49044 w 220421"/>
                <a:gd name="connsiteY21" fmla="*/ 94762 h 96986"/>
                <a:gd name="connsiteX22" fmla="*/ 76851 w 220421"/>
                <a:gd name="connsiteY22" fmla="*/ 96986 h 96986"/>
                <a:gd name="connsiteX23" fmla="*/ 96508 w 220421"/>
                <a:gd name="connsiteY23" fmla="*/ 95835 h 96986"/>
                <a:gd name="connsiteX24" fmla="*/ 103594 w 220421"/>
                <a:gd name="connsiteY24" fmla="*/ 94903 h 96986"/>
                <a:gd name="connsiteX25" fmla="*/ 142952 w 220421"/>
                <a:gd name="connsiteY25" fmla="*/ 84028 h 96986"/>
                <a:gd name="connsiteX26" fmla="*/ 145528 w 220421"/>
                <a:gd name="connsiteY26" fmla="*/ 82929 h 96986"/>
                <a:gd name="connsiteX27" fmla="*/ 162644 w 220421"/>
                <a:gd name="connsiteY27" fmla="*/ 74490 h 96986"/>
                <a:gd name="connsiteX28" fmla="*/ 199717 w 220421"/>
                <a:gd name="connsiteY28" fmla="*/ 46472 h 96986"/>
                <a:gd name="connsiteX29" fmla="*/ 203699 w 220421"/>
                <a:gd name="connsiteY29" fmla="*/ 42402 h 96986"/>
                <a:gd name="connsiteX30" fmla="*/ 219110 w 220421"/>
                <a:gd name="connsiteY30" fmla="*/ 23641 h 96986"/>
                <a:gd name="connsiteX31" fmla="*/ 217440 w 220421"/>
                <a:gd name="connsiteY31" fmla="*/ 13742 h 9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0421" h="96986">
                  <a:moveTo>
                    <a:pt x="217422" y="13734"/>
                  </a:moveTo>
                  <a:cubicBezTo>
                    <a:pt x="214231" y="11466"/>
                    <a:pt x="209800" y="12213"/>
                    <a:pt x="207523" y="15404"/>
                  </a:cubicBezTo>
                  <a:cubicBezTo>
                    <a:pt x="203813" y="20617"/>
                    <a:pt x="199796" y="25567"/>
                    <a:pt x="195541" y="30270"/>
                  </a:cubicBezTo>
                  <a:lnTo>
                    <a:pt x="191892" y="34164"/>
                  </a:lnTo>
                  <a:cubicBezTo>
                    <a:pt x="184042" y="42261"/>
                    <a:pt x="175383" y="49487"/>
                    <a:pt x="166046" y="55729"/>
                  </a:cubicBezTo>
                  <a:lnTo>
                    <a:pt x="150161" y="65074"/>
                  </a:lnTo>
                  <a:cubicBezTo>
                    <a:pt x="146064" y="67175"/>
                    <a:pt x="141879" y="69127"/>
                    <a:pt x="137580" y="70876"/>
                  </a:cubicBezTo>
                  <a:cubicBezTo>
                    <a:pt x="122301" y="77101"/>
                    <a:pt x="106240" y="80916"/>
                    <a:pt x="89967" y="82252"/>
                  </a:cubicBezTo>
                  <a:lnTo>
                    <a:pt x="83049" y="82657"/>
                  </a:lnTo>
                  <a:cubicBezTo>
                    <a:pt x="72464" y="83070"/>
                    <a:pt x="61827" y="82446"/>
                    <a:pt x="51286" y="80749"/>
                  </a:cubicBezTo>
                  <a:cubicBezTo>
                    <a:pt x="48710" y="80336"/>
                    <a:pt x="46214" y="79685"/>
                    <a:pt x="43805" y="78850"/>
                  </a:cubicBezTo>
                  <a:lnTo>
                    <a:pt x="38785" y="76749"/>
                  </a:lnTo>
                  <a:cubicBezTo>
                    <a:pt x="29396" y="72125"/>
                    <a:pt x="21871" y="64248"/>
                    <a:pt x="17677" y="54226"/>
                  </a:cubicBezTo>
                  <a:cubicBezTo>
                    <a:pt x="11708" y="39967"/>
                    <a:pt x="13484" y="23931"/>
                    <a:pt x="22442" y="11351"/>
                  </a:cubicBezTo>
                  <a:lnTo>
                    <a:pt x="22539" y="11211"/>
                  </a:lnTo>
                  <a:cubicBezTo>
                    <a:pt x="24807" y="8019"/>
                    <a:pt x="24060" y="3589"/>
                    <a:pt x="20869" y="1312"/>
                  </a:cubicBezTo>
                  <a:cubicBezTo>
                    <a:pt x="17677" y="-956"/>
                    <a:pt x="13247" y="-209"/>
                    <a:pt x="10970" y="2982"/>
                  </a:cubicBezTo>
                  <a:lnTo>
                    <a:pt x="10873" y="3123"/>
                  </a:lnTo>
                  <a:cubicBezTo>
                    <a:pt x="-934" y="19738"/>
                    <a:pt x="-3281" y="40890"/>
                    <a:pt x="4596" y="59712"/>
                  </a:cubicBezTo>
                  <a:cubicBezTo>
                    <a:pt x="10759" y="74446"/>
                    <a:pt x="22372" y="85672"/>
                    <a:pt x="36781" y="91369"/>
                  </a:cubicBezTo>
                  <a:lnTo>
                    <a:pt x="41976" y="93171"/>
                  </a:lnTo>
                  <a:cubicBezTo>
                    <a:pt x="44280" y="93839"/>
                    <a:pt x="46636" y="94375"/>
                    <a:pt x="49044" y="94762"/>
                  </a:cubicBezTo>
                  <a:cubicBezTo>
                    <a:pt x="58275" y="96248"/>
                    <a:pt x="67567" y="96986"/>
                    <a:pt x="76851" y="96986"/>
                  </a:cubicBezTo>
                  <a:cubicBezTo>
                    <a:pt x="83427" y="96986"/>
                    <a:pt x="89985" y="96573"/>
                    <a:pt x="96508" y="95835"/>
                  </a:cubicBezTo>
                  <a:lnTo>
                    <a:pt x="103594" y="94903"/>
                  </a:lnTo>
                  <a:cubicBezTo>
                    <a:pt x="117027" y="92819"/>
                    <a:pt x="130240" y="89206"/>
                    <a:pt x="142952" y="84028"/>
                  </a:cubicBezTo>
                  <a:cubicBezTo>
                    <a:pt x="143813" y="83676"/>
                    <a:pt x="144666" y="83290"/>
                    <a:pt x="145528" y="82929"/>
                  </a:cubicBezTo>
                  <a:lnTo>
                    <a:pt x="162644" y="74490"/>
                  </a:lnTo>
                  <a:cubicBezTo>
                    <a:pt x="176200" y="66850"/>
                    <a:pt x="188666" y="57435"/>
                    <a:pt x="199717" y="46472"/>
                  </a:cubicBezTo>
                  <a:lnTo>
                    <a:pt x="203699" y="42402"/>
                  </a:lnTo>
                  <a:cubicBezTo>
                    <a:pt x="209229" y="36538"/>
                    <a:pt x="214389" y="30279"/>
                    <a:pt x="219110" y="23641"/>
                  </a:cubicBezTo>
                  <a:cubicBezTo>
                    <a:pt x="221378" y="20450"/>
                    <a:pt x="220631" y="16019"/>
                    <a:pt x="217440" y="13742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C4EDCC1-D648-4E4A-18E3-3C3959E8BDEA}"/>
                </a:ext>
              </a:extLst>
            </p:cNvPr>
            <p:cNvSpPr>
              <a:spLocks/>
            </p:cNvSpPr>
            <p:nvPr/>
          </p:nvSpPr>
          <p:spPr>
            <a:xfrm>
              <a:off x="688259" y="6263316"/>
              <a:ext cx="119707" cy="218208"/>
            </a:xfrm>
            <a:custGeom>
              <a:avLst/>
              <a:gdLst>
                <a:gd name="connsiteX0" fmla="*/ 87800 w 119707"/>
                <a:gd name="connsiteY0" fmla="*/ 180090 h 218208"/>
                <a:gd name="connsiteX1" fmla="*/ 83686 w 119707"/>
                <a:gd name="connsiteY1" fmla="*/ 186613 h 218208"/>
                <a:gd name="connsiteX2" fmla="*/ 80143 w 119707"/>
                <a:gd name="connsiteY2" fmla="*/ 190745 h 218208"/>
                <a:gd name="connsiteX3" fmla="*/ 52204 w 119707"/>
                <a:gd name="connsiteY3" fmla="*/ 203861 h 218208"/>
                <a:gd name="connsiteX4" fmla="*/ 12899 w 119707"/>
                <a:gd name="connsiteY4" fmla="*/ 186086 h 218208"/>
                <a:gd name="connsiteX5" fmla="*/ 12793 w 119707"/>
                <a:gd name="connsiteY5" fmla="*/ 185945 h 218208"/>
                <a:gd name="connsiteX6" fmla="*/ 2868 w 119707"/>
                <a:gd name="connsiteY6" fmla="*/ 184477 h 218208"/>
                <a:gd name="connsiteX7" fmla="*/ 1400 w 119707"/>
                <a:gd name="connsiteY7" fmla="*/ 194402 h 218208"/>
                <a:gd name="connsiteX8" fmla="*/ 1505 w 119707"/>
                <a:gd name="connsiteY8" fmla="*/ 194543 h 218208"/>
                <a:gd name="connsiteX9" fmla="*/ 48450 w 119707"/>
                <a:gd name="connsiteY9" fmla="*/ 218209 h 218208"/>
                <a:gd name="connsiteX10" fmla="*/ 53373 w 119707"/>
                <a:gd name="connsiteY10" fmla="*/ 218006 h 218208"/>
                <a:gd name="connsiteX11" fmla="*/ 93426 w 119707"/>
                <a:gd name="connsiteY11" fmla="*/ 197180 h 218208"/>
                <a:gd name="connsiteX12" fmla="*/ 96740 w 119707"/>
                <a:gd name="connsiteY12" fmla="*/ 192793 h 218208"/>
                <a:gd name="connsiteX13" fmla="*/ 100442 w 119707"/>
                <a:gd name="connsiteY13" fmla="*/ 186569 h 218208"/>
                <a:gd name="connsiteX14" fmla="*/ 114877 w 119707"/>
                <a:gd name="connsiteY14" fmla="*/ 147598 h 218208"/>
                <a:gd name="connsiteX15" fmla="*/ 118296 w 119707"/>
                <a:gd name="connsiteY15" fmla="*/ 128855 h 218208"/>
                <a:gd name="connsiteX16" fmla="*/ 119246 w 119707"/>
                <a:gd name="connsiteY16" fmla="*/ 93945 h 218208"/>
                <a:gd name="connsiteX17" fmla="*/ 118367 w 119707"/>
                <a:gd name="connsiteY17" fmla="*/ 85303 h 218208"/>
                <a:gd name="connsiteX18" fmla="*/ 117347 w 119707"/>
                <a:gd name="connsiteY18" fmla="*/ 78226 h 218208"/>
                <a:gd name="connsiteX19" fmla="*/ 101066 w 119707"/>
                <a:gd name="connsiteY19" fmla="*/ 28363 h 218208"/>
                <a:gd name="connsiteX20" fmla="*/ 98420 w 119707"/>
                <a:gd name="connsiteY20" fmla="*/ 23316 h 218208"/>
                <a:gd name="connsiteX21" fmla="*/ 85338 w 119707"/>
                <a:gd name="connsiteY21" fmla="*/ 2868 h 218208"/>
                <a:gd name="connsiteX22" fmla="*/ 75413 w 119707"/>
                <a:gd name="connsiteY22" fmla="*/ 1400 h 218208"/>
                <a:gd name="connsiteX23" fmla="*/ 73945 w 119707"/>
                <a:gd name="connsiteY23" fmla="*/ 11325 h 218208"/>
                <a:gd name="connsiteX24" fmla="*/ 84380 w 119707"/>
                <a:gd name="connsiteY24" fmla="*/ 27316 h 218208"/>
                <a:gd name="connsiteX25" fmla="*/ 86956 w 119707"/>
                <a:gd name="connsiteY25" fmla="*/ 31993 h 218208"/>
                <a:gd name="connsiteX26" fmla="*/ 100969 w 119707"/>
                <a:gd name="connsiteY26" fmla="*/ 68899 h 218208"/>
                <a:gd name="connsiteX27" fmla="*/ 102455 w 119707"/>
                <a:gd name="connsiteY27" fmla="*/ 75642 h 218208"/>
                <a:gd name="connsiteX28" fmla="*/ 105092 w 119707"/>
                <a:gd name="connsiteY28" fmla="*/ 94991 h 218208"/>
                <a:gd name="connsiteX29" fmla="*/ 102411 w 119707"/>
                <a:gd name="connsiteY29" fmla="*/ 138209 h 218208"/>
                <a:gd name="connsiteX30" fmla="*/ 97760 w 119707"/>
                <a:gd name="connsiteY30" fmla="*/ 156055 h 218208"/>
                <a:gd name="connsiteX31" fmla="*/ 87817 w 119707"/>
                <a:gd name="connsiteY31" fmla="*/ 180107 h 2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707" h="218208">
                  <a:moveTo>
                    <a:pt x="87800" y="180090"/>
                  </a:moveTo>
                  <a:cubicBezTo>
                    <a:pt x="86604" y="182411"/>
                    <a:pt x="85224" y="184582"/>
                    <a:pt x="83686" y="186613"/>
                  </a:cubicBezTo>
                  <a:lnTo>
                    <a:pt x="80143" y="190745"/>
                  </a:lnTo>
                  <a:cubicBezTo>
                    <a:pt x="72846" y="198244"/>
                    <a:pt x="63026" y="202965"/>
                    <a:pt x="52204" y="203861"/>
                  </a:cubicBezTo>
                  <a:cubicBezTo>
                    <a:pt x="36793" y="205127"/>
                    <a:pt x="22103" y="198481"/>
                    <a:pt x="12899" y="186086"/>
                  </a:cubicBezTo>
                  <a:lnTo>
                    <a:pt x="12793" y="185945"/>
                  </a:lnTo>
                  <a:cubicBezTo>
                    <a:pt x="10455" y="182798"/>
                    <a:pt x="6015" y="182138"/>
                    <a:pt x="2868" y="184477"/>
                  </a:cubicBezTo>
                  <a:cubicBezTo>
                    <a:pt x="-279" y="186815"/>
                    <a:pt x="-938" y="191255"/>
                    <a:pt x="1400" y="194402"/>
                  </a:cubicBezTo>
                  <a:lnTo>
                    <a:pt x="1505" y="194543"/>
                  </a:lnTo>
                  <a:cubicBezTo>
                    <a:pt x="12670" y="209584"/>
                    <a:pt x="29945" y="218209"/>
                    <a:pt x="48450" y="218209"/>
                  </a:cubicBezTo>
                  <a:cubicBezTo>
                    <a:pt x="50086" y="218209"/>
                    <a:pt x="51721" y="218138"/>
                    <a:pt x="53373" y="218006"/>
                  </a:cubicBezTo>
                  <a:cubicBezTo>
                    <a:pt x="69286" y="216696"/>
                    <a:pt x="83554" y="209118"/>
                    <a:pt x="93426" y="197180"/>
                  </a:cubicBezTo>
                  <a:lnTo>
                    <a:pt x="96740" y="192793"/>
                  </a:lnTo>
                  <a:cubicBezTo>
                    <a:pt x="98085" y="190815"/>
                    <a:pt x="99325" y="188740"/>
                    <a:pt x="100442" y="186569"/>
                  </a:cubicBezTo>
                  <a:cubicBezTo>
                    <a:pt x="106815" y="174147"/>
                    <a:pt x="111642" y="161057"/>
                    <a:pt x="114877" y="147598"/>
                  </a:cubicBezTo>
                  <a:lnTo>
                    <a:pt x="118296" y="128855"/>
                  </a:lnTo>
                  <a:cubicBezTo>
                    <a:pt x="119765" y="117330"/>
                    <a:pt x="120099" y="105637"/>
                    <a:pt x="119246" y="93945"/>
                  </a:cubicBezTo>
                  <a:cubicBezTo>
                    <a:pt x="119035" y="91053"/>
                    <a:pt x="118727" y="88169"/>
                    <a:pt x="118367" y="85303"/>
                  </a:cubicBezTo>
                  <a:lnTo>
                    <a:pt x="117347" y="78226"/>
                  </a:lnTo>
                  <a:cubicBezTo>
                    <a:pt x="114472" y="60855"/>
                    <a:pt x="108987" y="44064"/>
                    <a:pt x="101066" y="28363"/>
                  </a:cubicBezTo>
                  <a:lnTo>
                    <a:pt x="98420" y="23316"/>
                  </a:lnTo>
                  <a:cubicBezTo>
                    <a:pt x="94551" y="16240"/>
                    <a:pt x="90191" y="9409"/>
                    <a:pt x="85338" y="2868"/>
                  </a:cubicBezTo>
                  <a:cubicBezTo>
                    <a:pt x="83000" y="-279"/>
                    <a:pt x="78560" y="-938"/>
                    <a:pt x="75413" y="1400"/>
                  </a:cubicBezTo>
                  <a:cubicBezTo>
                    <a:pt x="72266" y="3738"/>
                    <a:pt x="71606" y="8178"/>
                    <a:pt x="73945" y="11325"/>
                  </a:cubicBezTo>
                  <a:cubicBezTo>
                    <a:pt x="77760" y="16468"/>
                    <a:pt x="81224" y="21813"/>
                    <a:pt x="84380" y="27316"/>
                  </a:cubicBezTo>
                  <a:lnTo>
                    <a:pt x="86956" y="31993"/>
                  </a:lnTo>
                  <a:cubicBezTo>
                    <a:pt x="93145" y="43686"/>
                    <a:pt x="97848" y="56081"/>
                    <a:pt x="100969" y="68899"/>
                  </a:cubicBezTo>
                  <a:lnTo>
                    <a:pt x="102455" y="75642"/>
                  </a:lnTo>
                  <a:cubicBezTo>
                    <a:pt x="103712" y="82006"/>
                    <a:pt x="104609" y="88468"/>
                    <a:pt x="105092" y="94991"/>
                  </a:cubicBezTo>
                  <a:cubicBezTo>
                    <a:pt x="106156" y="109532"/>
                    <a:pt x="105233" y="124064"/>
                    <a:pt x="102411" y="138209"/>
                  </a:cubicBezTo>
                  <a:lnTo>
                    <a:pt x="97760" y="156055"/>
                  </a:lnTo>
                  <a:cubicBezTo>
                    <a:pt x="95105" y="164292"/>
                    <a:pt x="91800" y="172345"/>
                    <a:pt x="87817" y="18010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98772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A01655-A0BB-B0EF-1688-6DBCFB3DA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693" y="1844483"/>
            <a:ext cx="10910613" cy="4078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2BE6EDF6-6FB3-D860-D00B-3382FCA59C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570209" y="6262958"/>
            <a:ext cx="981097" cy="219780"/>
          </a:xfrm>
          <a:prstGeom prst="rect">
            <a:avLst/>
          </a:prstGeom>
        </p:spPr>
      </p:pic>
      <p:sp>
        <p:nvSpPr>
          <p:cNvPr id="13" name="Espace réservé du titre 12">
            <a:extLst>
              <a:ext uri="{FF2B5EF4-FFF2-40B4-BE49-F238E27FC236}">
                <a16:creationId xmlns:a16="http://schemas.microsoft.com/office/drawing/2014/main" id="{F1822D4D-F321-1F79-2832-A3FBF533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93" y="512763"/>
            <a:ext cx="10910613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75048A-489C-1628-A38F-DDCFC61229D6}"/>
              </a:ext>
            </a:extLst>
          </p:cNvPr>
          <p:cNvSpPr txBox="1"/>
          <p:nvPr userDrawn="1"/>
        </p:nvSpPr>
        <p:spPr>
          <a:xfrm>
            <a:off x="640693" y="6242043"/>
            <a:ext cx="463669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fld id="{36BF5E03-5044-4F56-82B1-D5CDEE18A18B}" type="slidenum">
              <a:rPr lang="en-US" sz="1100" smtClean="0">
                <a:solidFill>
                  <a:srgbClr val="99A7AE"/>
                </a:solidFill>
              </a:rPr>
              <a:pPr algn="r"/>
              <a:t>‹N°›</a:t>
            </a:fld>
            <a:endParaRPr lang="fr-FR" sz="1100">
              <a:solidFill>
                <a:srgbClr val="99A7AE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310BBED-2AA6-0C75-93E0-26F967E1B3F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58625" y="63500"/>
            <a:ext cx="7000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C1 - Internal</a:t>
            </a:r>
          </a:p>
        </p:txBody>
      </p:sp>
    </p:spTree>
    <p:extLst>
      <p:ext uri="{BB962C8B-B14F-4D97-AF65-F5344CB8AC3E}">
        <p14:creationId xmlns:p14="http://schemas.microsoft.com/office/powerpoint/2010/main" val="209909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  <p:sldLayoutId id="2147483956" r:id="rId16"/>
    <p:sldLayoutId id="2147483957" r:id="rId17"/>
    <p:sldLayoutId id="2147483958" r:id="rId18"/>
    <p:sldLayoutId id="2147483959" r:id="rId19"/>
    <p:sldLayoutId id="2147483960" r:id="rId20"/>
    <p:sldLayoutId id="2147483961" r:id="rId21"/>
    <p:sldLayoutId id="2147483962" r:id="rId22"/>
    <p:sldLayoutId id="2147483963" r:id="rId23"/>
    <p:sldLayoutId id="2147483964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rgbClr val="002138"/>
          </a:solidFill>
          <a:latin typeface="General Sans Semibold" pitchFamily="50" charset="0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b="0" kern="1200">
          <a:solidFill>
            <a:srgbClr val="002138"/>
          </a:solidFill>
          <a:latin typeface="+mj-lt"/>
          <a:ea typeface="+mn-ea"/>
          <a:cs typeface="+mn-cs"/>
        </a:defRPr>
      </a:lvl1pPr>
      <a:lvl2pPr marL="360000" indent="-14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2138"/>
          </a:solidFill>
          <a:latin typeface="+mj-lt"/>
          <a:ea typeface="+mn-ea"/>
          <a:cs typeface="+mn-cs"/>
        </a:defRPr>
      </a:lvl2pPr>
      <a:lvl3pPr marL="576000" indent="-14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rgbClr val="002138"/>
          </a:solidFill>
          <a:latin typeface="+mj-lt"/>
          <a:ea typeface="+mn-ea"/>
          <a:cs typeface="+mn-cs"/>
        </a:defRPr>
      </a:lvl3pPr>
      <a:lvl4pPr marL="792000" indent="-14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rgbClr val="002138"/>
          </a:solidFill>
          <a:latin typeface="+mj-lt"/>
          <a:ea typeface="+mn-ea"/>
          <a:cs typeface="+mn-cs"/>
        </a:defRPr>
      </a:lvl4pPr>
      <a:lvl5pPr marL="1008000" indent="-14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kern="1200">
          <a:solidFill>
            <a:srgbClr val="002138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89792227-78FD-2387-2DDD-0FBBDDDEA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Application « gestion de tâches » standalone, zoneless, control flow natif — Angular CLI 21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B11D05D-5DA4-6754-94A7-0AF6DFB9E5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Angular Training — Signals, détection, DI moderne &amp; smart/dumb</a:t>
            </a:r>
            <a:endParaRPr lang="fr-FR" sz="3200" b="1"/>
          </a:p>
        </p:txBody>
      </p:sp>
    </p:spTree>
    <p:extLst>
      <p:ext uri="{BB962C8B-B14F-4D97-AF65-F5344CB8AC3E}">
        <p14:creationId xmlns:p14="http://schemas.microsoft.com/office/powerpoint/2010/main" val="1699665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5DBA1E1-0526-DF48-9EDF-045312DAD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Prérequis : Yarn v4, linker node-modules (.yarnrc.yml)
Installation : yarn install (ou simplement yarn)
yarn start — lance ng serve
yarn test — lance ng test (Vitest)
yarn build — build de production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F973503-BC53-92D1-EA0D-3DF38AB9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Comment lancer le projet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131008-591B-1765-68B8-7030EB29C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Le projet utilise Yarn v4 avec le linker node-modules (voir .yarnrc.yml). Aucun backend réel : TaskApiService simule un appel HTTP avec un délai de 300 ms via RxJS.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15EDBF6-8F8C-E789-9AC3-663EFF6CBFE5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4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8872-7EF5-966E-0FF1-12A13865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A4056646-4D5D-2ECC-F83D-E94152FE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Points abordés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C05F20D-3F46-C6A1-38EC-24BA50B58CE8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 anchor="ctr"/>
          <a:lstStyle/>
          <a:p>
            <a:r>
              <a:rPr lang="en-US"/>
              <a:t>01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A40A4CA-FB04-3AAF-E19F-A2C50FFEA88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 anchor="ctr">
            <a:normAutofit/>
          </a:bodyPr>
          <a:lstStyle/>
          <a:p>
            <a:r>
              <a:rPr lang="fr-FR" dirty="0"/>
              <a:t>Signals et opérateurs</a:t>
            </a:r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6BD696BE-852F-1F58-81A0-D6273046E5B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fr-FR"/>
              <a:t>02</a:t>
            </a:r>
          </a:p>
        </p:txBody>
      </p:sp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7BDAE722-C812-5F79-14EE-69342CB806D9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fr-FR" dirty="0"/>
              <a:t>Stratégie de détection des composants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49EC4E43-67F3-88A7-1C90-3BEBA7545B8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fr-FR"/>
              <a:t>03</a:t>
            </a:r>
          </a:p>
        </p:txBody>
      </p:sp>
      <p:sp>
        <p:nvSpPr>
          <p:cNvPr id="45" name="Espace réservé du texte 44">
            <a:extLst>
              <a:ext uri="{FF2B5EF4-FFF2-40B4-BE49-F238E27FC236}">
                <a16:creationId xmlns:a16="http://schemas.microsoft.com/office/drawing/2014/main" id="{8AB92380-4667-2B95-9DDF-65A8F880E119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fr-FR" dirty="0"/>
              <a:t>Injection de dépendances moderne</a:t>
            </a:r>
          </a:p>
        </p:txBody>
      </p:sp>
      <p:sp>
        <p:nvSpPr>
          <p:cNvPr id="46" name="Espace réservé du texte 45">
            <a:extLst>
              <a:ext uri="{FF2B5EF4-FFF2-40B4-BE49-F238E27FC236}">
                <a16:creationId xmlns:a16="http://schemas.microsoft.com/office/drawing/2014/main" id="{DE4897F9-43C0-8437-953A-62F685EEFD8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fr-FR"/>
              <a:t>04</a:t>
            </a:r>
          </a:p>
        </p:txBody>
      </p:sp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6C377689-A982-FFA3-443C-344CF37D0FE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r>
              <a:rPr lang="fr-FR" dirty="0"/>
              <a:t>Pattern smart / dumb</a:t>
            </a:r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EA5BDF78-0721-390E-9C1D-4ABF431E8108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r>
              <a:rPr lang="fr-FR"/>
              <a:t>05</a:t>
            </a:r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2C24D06A-B883-58C7-D24A-93909C2E0AA4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r>
              <a:rPr lang="fr-FR" dirty="0"/>
              <a:t>Pipes et directives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CB989617-9DE7-7EF2-2320-FDBCB6D8E7D9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79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9593-CD54-2332-58AB-4BAE93C8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FCA5C94-4808-4E5D-AA81-40385DC92A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/>
              <a:t>5</a:t>
            </a:r>
          </a:p>
        </p:txBody>
      </p:sp>
      <p:pic>
        <p:nvPicPr>
          <p:cNvPr id="3" name="Image 2" descr="Illustration abstraite d'une grille de composants dont quelques-uns sont mis en évidence"/>
          <p:cNvPicPr>
            <a:picLocks noChangeAspect="1"/>
          </p:cNvPicPr>
          <p:nvPr/>
        </p:nvPicPr>
        <p:blipFill>
          <a:blip r:embed="rId2"/>
          <a:srcRect l="16800" r="16800"/>
          <a:stretch>
            <a:fillRect/>
          </a:stretch>
        </p:blipFill>
        <p:spPr>
          <a:xfrm>
            <a:off x="8400357" y="2131609"/>
            <a:ext cx="2609386" cy="26093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77EEF4-7D55-DA06-080B-7C170B661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Cinq points, un seul projet fil rouge : du state en signals jusqu’aux pipes et directives.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21BCCBA-5A53-1085-5B89-094AB7198A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Plan de formation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20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FF73-D393-06B2-68FD-82E75885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>
            <a:extLst>
              <a:ext uri="{FF2B5EF4-FFF2-40B4-BE49-F238E27FC236}">
                <a16:creationId xmlns:a16="http://schemas.microsoft.com/office/drawing/2014/main" id="{8DEABF84-818A-7AAD-FAB8-95858A0C1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/>
              <a:t>Un signal déclare lui-même qui le lit. Angular connaît donc le graphe exact des dépendances, au lieu de le redécouvrir à chaque cycle.</a:t>
            </a:r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305B6840-8EB4-9C0B-9BB4-0DEB88DB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Point 1 — Pourquoi les signals ?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71EEE163-39EA-4EDE-6B7E-330122F8957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Une réactivité explicite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981918A2-8C0A-67E8-F1EF-11E7D295931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Des rendus ciblés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4BFCF625-50D8-7822-A27B-35F2CA79251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Un modèle unique</a:t>
            </a:r>
          </a:p>
        </p:txBody>
      </p:sp>
      <p:sp>
        <p:nvSpPr>
          <p:cNvPr id="46" name="Espace réservé du contenu 45">
            <a:extLst>
              <a:ext uri="{FF2B5EF4-FFF2-40B4-BE49-F238E27FC236}">
                <a16:creationId xmlns:a16="http://schemas.microsoft.com/office/drawing/2014/main" id="{8CC2C8D4-810E-71D9-92D4-C8A9BE60035F}"/>
              </a:ext>
            </a:extLst>
          </p:cNvPr>
          <p:cNvSpPr>
            <a:spLocks noGrp="1"/>
          </p:cNvSpPr>
          <p:nvPr>
            <p:ph idx="67"/>
          </p:nvPr>
        </p:nvSpPr>
        <p:spPr/>
        <p:txBody>
          <a:bodyPr/>
          <a:lstStyle/>
          <a:p>
            <a:r>
              <a:rPr lang="fr-FR"/>
              <a:t>Seuls les composants qui lisent un signal modifié sont rafraîchis. C’est ce qui rend le mode zoneless possible, sans zone.js ni vérification globale.</a:t>
            </a:r>
          </a:p>
        </p:txBody>
      </p:sp>
      <p:sp>
        <p:nvSpPr>
          <p:cNvPr id="47" name="Espace réservé du contenu 46">
            <a:extLst>
              <a:ext uri="{FF2B5EF4-FFF2-40B4-BE49-F238E27FC236}">
                <a16:creationId xmlns:a16="http://schemas.microsoft.com/office/drawing/2014/main" id="{E42350B0-8D03-C099-8D08-A619B51C60D7}"/>
              </a:ext>
            </a:extLst>
          </p:cNvPr>
          <p:cNvSpPr>
            <a:spLocks noGrp="1"/>
          </p:cNvSpPr>
          <p:nvPr>
            <p:ph idx="68"/>
          </p:nvPr>
        </p:nvSpPr>
        <p:spPr/>
        <p:txBody>
          <a:bodyPr/>
          <a:lstStyle/>
          <a:p>
            <a:r>
              <a:rPr lang="fr-FR"/>
              <a:t>Même primitive pour l’état, le dérivé et l’effet : plus besoin d’arbitrer entre champ, getter, RxJS ou store maison.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CB490976-26D4-72AF-A497-674BFAB8E0DC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26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846DEF2-38D9-709A-EA66-DE80991ACC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/>
              <a:t>Hier : zone.js</a:t>
            </a:r>
          </a:p>
          <a:p>
            <a:r>
              <a:rPr lang="fr-FR"/>
              <a:t>Angular a longtemps embarqué zone.js, qui monkey-patche les API asynchrones du navigateur</a:t>
            </a:r>
          </a:p>
          <a:p>
            <a:r>
              <a:rPr lang="fr-FR"/>
              <a:t>setTimeout, addEventListener, promesses, XHR : tout passe par la zone</a:t>
            </a:r>
          </a:p>
          <a:p>
            <a:r>
              <a:rPr lang="fr-FR"/>
              <a:t>À la fin de chaque tâche async, Angular relance une détection sur tout l’arbre de composants</a:t>
            </a:r>
          </a:p>
          <a:p>
            <a:r>
              <a:rPr lang="fr-FR"/>
              <a:t>Confortable — rien à déclarer — mais coûteux : environ 100 Ko de bundle et des cycles déclenchés sans changement réel</a:t>
            </a:r>
          </a:p>
          <a:p>
            <a:r>
              <a:rPr lang="fr-FR"/>
              <a:t>Et opaque : piles d’appel illisibles, intégration délicate avec le code tiers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69EC7-F346-2697-168D-ED1381E7D6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/>
          </a:bodyPr>
          <a:lstStyle/>
          <a:p>
            <a:r>
              <a:rPr lang="fr-FR" b="1" dirty="0"/>
              <a:t>Aujourd’hui : le mode </a:t>
            </a:r>
            <a:r>
              <a:rPr lang="fr-FR" b="1" dirty="0" err="1"/>
              <a:t>zoneless</a:t>
            </a:r>
            <a:endParaRPr lang="fr-FR" b="1" dirty="0"/>
          </a:p>
          <a:p>
            <a:r>
              <a:rPr lang="fr-FR" dirty="0" err="1"/>
              <a:t>Angular</a:t>
            </a:r>
            <a:r>
              <a:rPr lang="fr-FR" dirty="0"/>
              <a:t> 18 introduit </a:t>
            </a:r>
            <a:r>
              <a:rPr lang="fr-FR" dirty="0" err="1"/>
              <a:t>provideZonelessChangeDetection</a:t>
            </a:r>
            <a:r>
              <a:rPr lang="fr-FR" dirty="0"/>
              <a:t>(), stabilisé depuis</a:t>
            </a:r>
          </a:p>
          <a:p>
            <a:r>
              <a:rPr lang="fr-FR" dirty="0"/>
              <a:t>Plus de zone.js : c’est le code qui notifie </a:t>
            </a:r>
            <a:r>
              <a:rPr lang="fr-FR" dirty="0" err="1"/>
              <a:t>Angular</a:t>
            </a:r>
            <a:r>
              <a:rPr lang="fr-FR" dirty="0"/>
              <a:t> explicitement</a:t>
            </a:r>
          </a:p>
          <a:p>
            <a:r>
              <a:rPr lang="fr-FR" dirty="0"/>
              <a:t>Les </a:t>
            </a:r>
            <a:r>
              <a:rPr lang="fr-FR" dirty="0" err="1"/>
              <a:t>signals</a:t>
            </a:r>
            <a:r>
              <a:rPr lang="fr-FR" dirty="0"/>
              <a:t> jouent ce rôle par défaut, </a:t>
            </a:r>
            <a:r>
              <a:rPr lang="fr-FR" dirty="0" err="1"/>
              <a:t>markForCheck</a:t>
            </a:r>
            <a:r>
              <a:rPr lang="fr-FR" dirty="0"/>
              <a:t>() couvre les cas hors signal</a:t>
            </a:r>
          </a:p>
          <a:p>
            <a:r>
              <a:rPr lang="fr-FR" dirty="0"/>
              <a:t>Résultat : bundle allégé, rendus ciblés et piles d’appel lisibles</a:t>
            </a:r>
          </a:p>
          <a:p>
            <a:r>
              <a:rPr lang="fr-FR" dirty="0"/>
              <a:t>Ce projet est </a:t>
            </a:r>
            <a:r>
              <a:rPr lang="fr-FR" dirty="0" err="1"/>
              <a:t>zoneless</a:t>
            </a:r>
            <a:r>
              <a:rPr lang="fr-FR" dirty="0"/>
              <a:t> — d’où l’importance des points 1 et 2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8C4C02B8-E934-0E8A-898D-C0019572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Contexte — zone.js et le mode zoneless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04C93DA-550D-9C64-4009-73E8BB627700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118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E7FFF-0401-83E5-1E4D-56E85DB4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Point 1 — </a:t>
            </a:r>
            <a:r>
              <a:rPr lang="fr-FR" b="1"/>
              <a:t>Les </a:t>
            </a:r>
            <a:r>
              <a:rPr lang="fr-FR" b="1" dirty="0"/>
              <a:t>opérateurs</a:t>
            </a:r>
            <a:r>
              <a:rPr lang="fr-FR" b="1"/>
              <a:t> de signals</a:t>
            </a:r>
            <a:endParaRPr lang="fr-FR" b="1" dirty="0"/>
          </a:p>
        </p:txBody>
      </p:sp>
      <p:pic>
        <p:nvPicPr>
          <p:cNvPr id="3" name="Image Signals" descr="Illustration abstraite d'un graphe de signaux réactifs dont les valeurs se propagent"/>
          <p:cNvPicPr>
            <a:picLocks noChangeAspect="1"/>
          </p:cNvPicPr>
          <p:nvPr/>
        </p:nvPicPr>
        <p:blipFill>
          <a:blip r:embed="rId2"/>
          <a:srcRect l="7617" r="7617"/>
          <a:stretch>
            <a:fillRect/>
          </a:stretch>
        </p:blipFill>
        <p:spPr>
          <a:xfrm>
            <a:off x="6348113" y="1844675"/>
            <a:ext cx="5220000" cy="41052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4B01BA-BBDE-5D21-F52D-29EE7A1CB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État source et dérivé : signal(), computed() et un comparateur equal personnalisé</a:t>
            </a:r>
          </a:p>
          <a:p>
            <a:r>
              <a:rPr lang="fr-FR" dirty="0"/>
              <a:t>linkedSignal() pour searchText, effect() pour la persistance, effect() + untracked() pour éviter la boucle infinie</a:t>
            </a:r>
          </a:p>
          <a:p>
            <a:r>
              <a:rPr lang="fr-FR" dirty="0"/>
              <a:t>toSignal() pour intégrer un flux RxJS tiers jamais migré aux signals</a:t>
            </a:r>
          </a:p>
          <a:p>
            <a:r>
              <a:rPr lang="fr-FR" b="1" dirty="0"/>
              <a:t>Fichier clé :</a:t>
            </a:r>
            <a:r>
              <a:rPr lang="fr-FR" dirty="0"/>
              <a:t> task-store.service.ts — tout y est centralisé et commenté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37FF7D8-875D-2C59-3AC6-8FC5A6AD9F97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52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846DEF2-38D9-709A-EA66-DE80991ACC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b="1"/>
              <a:t>set(valeur) — remplacer</a:t>
            </a:r>
          </a:p>
          <a:p>
            <a:r>
              <a:rPr lang="fr-FR"/>
              <a:t>On fournit la nouvelle valeur, sans regarder la précédente</a:t>
            </a:r>
          </a:p>
          <a:p>
            <a:r>
              <a:rPr lang="fr-FR"/>
              <a:t>À utiliser quand la valeur est indépendante de l’état courant</a:t>
            </a:r>
          </a:p>
          <a:p>
            <a:r>
              <a:rPr lang="fr-FR"/>
              <a:t>Exemple : statusFilter.set(« active »)</a:t>
            </a:r>
          </a:p>
          <a:p>
            <a:r>
              <a:rPr lang="fr-FR"/>
              <a:t>Notifie les lecteurs seulement si la valeur diffère (comparateur equal)</a:t>
            </a:r>
          </a:p>
          <a:p>
            <a:r>
              <a:rPr lang="fr-FR"/>
              <a:t>Écrire set(tasks().concat(t)) relit le signal pour rien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69EC7-F346-2697-168D-ED1381E7D6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lnSpcReduction="10000"/>
          </a:bodyPr>
          <a:lstStyle/>
          <a:p>
            <a:r>
              <a:rPr lang="fr-FR" b="1"/>
              <a:t>update(fn) — dériver de la valeur courante</a:t>
            </a:r>
          </a:p>
          <a:p>
            <a:r>
              <a:rPr lang="fr-FR"/>
              <a:t>Reçoit la valeur actuelle et renvoie la nouvelle</a:t>
            </a:r>
          </a:p>
          <a:p>
            <a:r>
              <a:rPr lang="fr-FR"/>
              <a:t>À utiliser dès que la nouvelle valeur dépend de l’ancienne</a:t>
            </a:r>
          </a:p>
          <a:p>
            <a:r>
              <a:rPr lang="fr-FR"/>
              <a:t>Exemple : tasks.update(list =&gt; [...list, nouvelleTache])</a:t>
            </a:r>
          </a:p>
          <a:p>
            <a:r>
              <a:rPr lang="fr-FR"/>
              <a:t>Doit rester pure et renvoyer une nouvelle référence</a:t>
            </a:r>
          </a:p>
          <a:p>
            <a:r>
              <a:rPr lang="fr-FR"/>
              <a:t>Le piège : muter avec .push() ne notifie personne (point 2)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8C4C02B8-E934-0E8A-898D-C0019572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Point 1 — Mettre à jour un signal : set() et update()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04C93DA-550D-9C64-4009-73E8BB627700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118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846DEF2-38D9-709A-EA66-DE80991ACC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/>
              <a:t>État et dérivation</a:t>
            </a:r>
          </a:p>
          <a:p>
            <a:r>
              <a:rPr lang="fr-FR"/>
              <a:t>signal() — la source de vérité, la seule valeur réellement stockée</a:t>
            </a:r>
          </a:p>
          <a:p>
            <a:r>
              <a:rPr lang="fr-FR"/>
              <a:t>computed() — une valeur dérivée, recalculée à la demande puis mise en cache</a:t>
            </a:r>
          </a:p>
          <a:p>
            <a:r>
              <a:rPr lang="fr-FR"/>
              <a:t>equal — décide si la valeur a vraiment changé, donc s’il faut notifier</a:t>
            </a:r>
          </a:p>
          <a:p>
            <a:r>
              <a:rPr lang="fr-FR"/>
              <a:t>linkedSignal() — un dérivé réinscriptible : recalculé quand sa source change, mais modifiable</a:t>
            </a:r>
          </a:p>
          <a:p>
            <a:r>
              <a:rPr lang="fr-FR"/>
              <a:t>Aucun des deux ne doit produire d’effet de bord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69EC7-F346-2697-168D-ED1381E7D6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/>
          </a:bodyPr>
          <a:lstStyle/>
          <a:p>
            <a:r>
              <a:rPr lang="fr-FR" b="1"/>
              <a:t>Effets de bord et interopérabilité</a:t>
            </a:r>
          </a:p>
          <a:p>
            <a:r>
              <a:rPr lang="fr-FR"/>
              <a:t>effect() — exécute du code hors rendu quand ses dépendances changent : persistance, logs</a:t>
            </a:r>
          </a:p>
          <a:p>
            <a:r>
              <a:rPr lang="fr-FR"/>
              <a:t>untracked() — lit un signal sans s’y abonner : évite qu’un effect() se redéclenche</a:t>
            </a:r>
          </a:p>
          <a:p>
            <a:r>
              <a:rPr lang="fr-FR"/>
              <a:t>toSignal() — convertit un flux RxJS en signal (désabonnement auto)</a:t>
            </a:r>
          </a:p>
          <a:p>
            <a:r>
              <a:rPr lang="fr-FR"/>
              <a:t>toObservable() — le chemin inverse, quand une API attend encore un flux</a:t>
            </a:r>
          </a:p>
          <a:p>
            <a:r>
              <a:rPr lang="fr-FR"/>
              <a:t>Règle : computed() pour calculer, effect() pour agir vers l’extérieur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8C4C02B8-E934-0E8A-898D-C0019572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Point 1 — Le rôle de chaque opérateur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04C93DA-550D-9C64-4009-73E8BB627700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118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846DEF2-38D9-709A-EA66-DE80991ACC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/>
              <a:t>resource() — l’async piloté par les signals</a:t>
            </a:r>
          </a:p>
          <a:p>
            <a:r>
              <a:rPr lang="fr-FR"/>
              <a:t>params — fonction réactive : dès qu’un signal lu change, le chargement repart</a:t>
            </a:r>
          </a:p>
          <a:p>
            <a:r>
              <a:rPr lang="fr-FR"/>
              <a:t>loader — reçoit { params, abortSignal } et renvoie une Promise (fetch natif)</a:t>
            </a:r>
          </a:p>
          <a:p>
            <a:r>
              <a:rPr lang="fr-FR"/>
              <a:t>Requête précédente annulée via abortSignal, comme un switchMap</a:t>
            </a:r>
          </a:p>
          <a:p>
            <a:r>
              <a:rPr lang="fr-FR"/>
              <a:t>Expose value(), status(), isLoading(), error() et hasValue() en signals</a:t>
            </a:r>
          </a:p>
          <a:p>
            <a:r>
              <a:rPr lang="fr-FR"/>
              <a:t>reload() pour relancer ; set() / update() pour une mise à jour optimiste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69EC7-F346-2697-168D-ED1381E7D6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/>
              <a:t>rxResource() — la variante RxJS</a:t>
            </a:r>
          </a:p>
          <a:p>
            <a:r>
              <a:rPr lang="fr-FR"/>
              <a:t>Même API, mais stream renvoie un Observable (import depuis @angular/core/rxjs-interop)</a:t>
            </a:r>
          </a:p>
          <a:p>
            <a:r>
              <a:rPr lang="fr-FR"/>
              <a:t>Cas du projet : brancher TaskApiService (délai RxJS de 300 ms) sans toSignal()</a:t>
            </a:r>
          </a:p>
          <a:p>
            <a:r>
              <a:rPr lang="fr-FR"/>
              <a:t>Désabonnement automatique à chaque changement de params</a:t>
            </a:r>
          </a:p>
          <a:p>
            <a:r>
              <a:rPr lang="fr-FR"/>
              <a:t>Le template lit isLoading() et value() : compatible OnPush et zoneless</a:t>
            </a:r>
          </a:p>
          <a:p>
            <a:r>
              <a:rPr lang="fr-FR"/>
              <a:t>Règle : resource() pour une Promise, rxResource() pour un Observable, toSignal() pour un flux continu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8C4C02B8-E934-0E8A-898D-C0019572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Point 1 — Données async : resource() et rxResource()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04C93DA-550D-9C64-4009-73E8BB627700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118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846DEF2-38D9-709A-EA66-DE80991ACC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b="1" dirty="0"/>
              <a:t>OnPush partout</a:t>
            </a:r>
          </a:p>
          <a:p>
            <a:r>
              <a:rPr lang="fr-FR" dirty="0"/>
              <a:t>Tous les composants sont en ChangeDetectionStrategy.OnPush</a:t>
            </a:r>
          </a:p>
          <a:p>
            <a:r>
              <a:rPr lang="fr-FR" dirty="0"/>
              <a:t>Leurs templates ne lisent que des signals</a:t>
            </a:r>
          </a:p>
          <a:p>
            <a:r>
              <a:rPr lang="fr-FR" dirty="0"/>
              <a:t>Le piège : muter le tableau derrière un signal avec .push() ne déclenche aucun rendu</a:t>
            </a:r>
          </a:p>
          <a:p>
            <a:r>
              <a:rPr lang="fr-FR" dirty="0"/>
              <a:t>Le correctif : .update() en renvoyant un nouveau tableau</a:t>
            </a:r>
          </a:p>
          <a:p>
            <a:r>
              <a:rPr lang="fr-FR" dirty="0"/>
              <a:t>Fichier : buggy-task-list.example.ts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69EC7-F346-2697-168D-ED1381E7D6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fr-FR" b="1" dirty="0"/>
              <a:t>L’exception markForCheck()</a:t>
            </a:r>
          </a:p>
          <a:p>
            <a:r>
              <a:rPr lang="fr-FR" dirty="0"/>
              <a:t>Un setInterval « tiers » hors du radar d’Angular</a:t>
            </a:r>
          </a:p>
          <a:p>
            <a:r>
              <a:rPr lang="fr-FR" dirty="0"/>
              <a:t>Il mute un champ qui n’est pas un signal</a:t>
            </a:r>
          </a:p>
          <a:p>
            <a:r>
              <a:rPr lang="fr-FR" dirty="0"/>
              <a:t>En zoneless, l’affichage resterait figé sans markForCheck()</a:t>
            </a:r>
          </a:p>
          <a:p>
            <a:r>
              <a:rPr lang="fr-FR" dirty="0"/>
              <a:t>Seul cas du projet qui le justifie</a:t>
            </a:r>
          </a:p>
          <a:p>
            <a:r>
              <a:rPr lang="fr-FR" dirty="0"/>
              <a:t>Fichier : legacy-tick-counter.ts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8C4C02B8-E934-0E8A-898D-C0019572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Point 2 — Stratégie de détection des composants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04C93DA-550D-9C64-4009-73E8BB627700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118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FF73-D393-06B2-68FD-82E75885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>
            <a:extLst>
              <a:ext uri="{FF2B5EF4-FFF2-40B4-BE49-F238E27FC236}">
                <a16:creationId xmlns:a16="http://schemas.microsoft.com/office/drawing/2014/main" id="{8DEABF84-818A-7AAD-FAB8-95858A0C1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providedIn: ‘root’ — un singleton pour toute l’application (thème, préférences). Fichier : user-preferences.service.ts</a:t>
            </a:r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305B6840-8EB4-9C0B-9BB4-0DEB88DB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Point 3 — Injection de dépendances moderne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71EEE163-39EA-4EDE-6B7E-330122F8957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Service global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981918A2-8C0A-67E8-F1EF-11E7D295931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Service scopé à la route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4BFCF625-50D8-7822-A27B-35F2CA79251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Guard fonctionnel</a:t>
            </a:r>
          </a:p>
        </p:txBody>
      </p:sp>
      <p:sp>
        <p:nvSpPr>
          <p:cNvPr id="46" name="Espace réservé du contenu 45">
            <a:extLst>
              <a:ext uri="{FF2B5EF4-FFF2-40B4-BE49-F238E27FC236}">
                <a16:creationId xmlns:a16="http://schemas.microsoft.com/office/drawing/2014/main" id="{8CC2C8D4-810E-71D9-92D4-C8A9BE60035F}"/>
              </a:ext>
            </a:extLst>
          </p:cNvPr>
          <p:cNvSpPr>
            <a:spLocks noGrp="1"/>
          </p:cNvSpPr>
          <p:nvPr>
            <p:ph idx="67"/>
          </p:nvPr>
        </p:nvSpPr>
        <p:spPr/>
        <p:txBody>
          <a:bodyPr/>
          <a:lstStyle/>
          <a:p>
            <a:r>
              <a:rPr lang="fr-FR" dirty="0"/>
              <a:t>TaskStore déclaré sans providedIn et fourni via providers sur tasks.routes.ts : créé à l’entrée sur /tasks, détruit en sortant.</a:t>
            </a:r>
          </a:p>
        </p:txBody>
      </p:sp>
      <p:sp>
        <p:nvSpPr>
          <p:cNvPr id="47" name="Espace réservé du contenu 46">
            <a:extLst>
              <a:ext uri="{FF2B5EF4-FFF2-40B4-BE49-F238E27FC236}">
                <a16:creationId xmlns:a16="http://schemas.microsoft.com/office/drawing/2014/main" id="{E42350B0-8D03-C099-8D08-A619B51C60D7}"/>
              </a:ext>
            </a:extLst>
          </p:cNvPr>
          <p:cNvSpPr>
            <a:spLocks noGrp="1"/>
          </p:cNvSpPr>
          <p:nvPr>
            <p:ph idx="68"/>
          </p:nvPr>
        </p:nvSpPr>
        <p:spPr/>
        <p:txBody>
          <a:bodyPr/>
          <a:lstStyle/>
          <a:p>
            <a:r>
              <a:rPr lang="fr-FR" dirty="0"/>
              <a:t>CanActivateFn avec inject() : pas de classe, donc aucune injection par constructeur possible. Fichier : tasks-access.guard.ts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CB490976-26D4-72AF-A497-674BFAB8E0DC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266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B644A-0990-1B65-FDC4-1B90A04F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AEEDD3-1094-64F7-95DF-C812E526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Bonus — Les InjectionToken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23E4264D-AAF9-B306-F13C-7A9E6B010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fr-FR"/>
              <a:t>Deux cas où le token remplace une classe absente ou une règle codée en dur. À traiter si le temps le permet.</a:t>
            </a:r>
          </a:p>
        </p:txBody>
      </p:sp>
      <p:pic>
        <p:nvPicPr>
          <p:cNvPr id="3" name="Image 2" descr="Illustration abstraite d'un conteneur d'injection distribuant des dépendances vers des modules imbriqués"/>
          <p:cNvPicPr>
            <a:picLocks noChangeAspect="1"/>
          </p:cNvPicPr>
          <p:nvPr/>
        </p:nvPicPr>
        <p:blipFill>
          <a:blip r:embed="rId2"/>
          <a:srcRect l="7617" r="7617"/>
          <a:stretch>
            <a:fillRect/>
          </a:stretch>
        </p:blipFill>
        <p:spPr>
          <a:xfrm>
            <a:off x="6348112" y="1844675"/>
            <a:ext cx="5220000" cy="4105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EC1A2C7-9F50-EBAC-386D-5829579A422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WINDOW : un token pour une valeur qui n’a pas de classe (window est un global)</a:t>
            </a:r>
          </a:p>
          <a:p>
            <a:r>
              <a:rPr lang="fr-FR" dirty="0"/>
              <a:t>Consommé dans legacy-tick-counter.ts, ce qui le rend testable et mockable</a:t>
            </a:r>
          </a:p>
          <a:p>
            <a:r>
              <a:rPr lang="fr-FR" dirty="0"/>
              <a:t>TASK_TITLE_VALIDATORS : token multi-provider, même principe que NG_VALIDATORS</a:t>
            </a:r>
          </a:p>
          <a:p>
            <a:r>
              <a:rPr lang="fr-FR" dirty="0"/>
              <a:t>Enregistré avec multi: true dans tasks.routes.ts, consommé dans task-store.service.ts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6E4D0A4-DD5B-AD82-A205-F83836AD000C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955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34DA413C-5143-6554-EE83-093E2DDF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Point 4 — Pattern smart / dumb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5C5B2B5-2677-ACE3-C673-94C16D410D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Injecte TaskStore et orchestre tous les composants dumb. Aucune logique de présentation complexe.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DBF3B9D-6339-1FDF-517E-A4FC3413BC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task-board — le composant smart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9CB098-4C92-BD75-D04C-8A803BE763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fr-FR" dirty="0"/>
              <a:t>Dumb purs : uniquement input() et output(), aucune dépendance au store.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3FE01A0-5B7B-F412-CFDB-8085455E11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task-filter-bar &amp; task-create-form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ED50836-74EF-E3D2-34B9-756542421E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fr-FR" dirty="0"/>
              <a:t>Dumb avec model() pour la case « terminé » et un état UI local (isEditing) porté par signal().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D1F7CF32-F0F3-6BB5-3080-4E9DF1894A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task-item</a:t>
            </a:r>
          </a:p>
        </p:txBody>
      </p:sp>
      <p:pic>
        <p:nvPicPr>
          <p:cNvPr id="3" name="Image 2" descr="Schéma abstrait d'un composant conteneur orchestrant trois composants enfants simples"/>
          <p:cNvPicPr>
            <a:picLocks noChangeAspect="1"/>
          </p:cNvPicPr>
          <p:nvPr/>
        </p:nvPicPr>
        <p:blipFill>
          <a:blip r:embed="rId2"/>
          <a:srcRect l="8595" r="8595"/>
          <a:stretch>
            <a:fillRect/>
          </a:stretch>
        </p:blipFill>
        <p:spPr>
          <a:xfrm>
            <a:off x="7467600" y="1844675"/>
            <a:ext cx="4114265" cy="38497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21B121D-D475-82A2-70E9-46AB1223D4AE}"/>
              </a:ext>
            </a:extLst>
          </p:cNvPr>
          <p:cNvCxnSpPr/>
          <p:nvPr/>
        </p:nvCxnSpPr>
        <p:spPr>
          <a:xfrm>
            <a:off x="730893" y="978890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59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EEBB6CA-FCE4-28D1-A490-A56E687201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1"/>
              <a:t>Pipe custom pur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0F991F-F267-8249-F346-A1BA7E366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relativeTime transforme un timestamp en libellé relatif court. Pur par défaut : comme un computed(), transform() ne rejoue que si la référence d’entrée change. Fichier : relative-time.pipe.ts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09B2A1-0A33-E6A0-497E-A5F54E1E40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b="1"/>
              <a:t>Pipe natif date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C5E355-99C6-92E7-5F9D-EB50536EB9DC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fr-FR" dirty="0"/>
              <a:t>Utilisé côte à côte avec le pipe custom : il affiche la date exacte dans l’attribut title au survol. Fichier : task-item.html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F86FACA-F368-1FFE-69C0-68C69D57C6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fr-FR" b="1"/>
              <a:t>Directive d’attribut custom</a:t>
            </a:r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C53F814-9B9F-6246-B956-49ED7BFA6B7D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fr-FR" dirty="0"/>
              <a:t>appHighlight surligne son hôte au survol via un signal() local et des bindings host. L’input reprend le nom du sélecteur. Fichier : highlight.directive.ts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F4B9874-9594-9124-59AF-405382285D27}"/>
              </a:ext>
            </a:extLst>
          </p:cNvPr>
          <p:cNvCxnSpPr/>
          <p:nvPr/>
        </p:nvCxnSpPr>
        <p:spPr>
          <a:xfrm>
            <a:off x="730893" y="1064056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1FE8DDB-0E26-CE73-4F81-5F51900A3E1B}"/>
              </a:ext>
            </a:extLst>
          </p:cNvPr>
          <p:cNvCxnSpPr/>
          <p:nvPr/>
        </p:nvCxnSpPr>
        <p:spPr>
          <a:xfrm>
            <a:off x="730893" y="3028536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588DD1C-F10F-70A1-CBE9-96B5E7226C17}"/>
              </a:ext>
            </a:extLst>
          </p:cNvPr>
          <p:cNvCxnSpPr/>
          <p:nvPr/>
        </p:nvCxnSpPr>
        <p:spPr>
          <a:xfrm>
            <a:off x="730893" y="4927314"/>
            <a:ext cx="468000" cy="0"/>
          </a:xfrm>
          <a:prstGeom prst="line">
            <a:avLst/>
          </a:prstGeom>
          <a:ln w="63500">
            <a:solidFill>
              <a:srgbClr val="F28A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580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3944DDA-76FE-1454-E597-C587ECE992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3600" b="1"/>
              <a:t>Ressources</a:t>
            </a:r>
          </a:p>
          <a:p>
            <a:r>
              <a:rPr lang="fr-FR" b="1"/>
              <a:t>README.md</a:t>
            </a:r>
            <a:r>
              <a:rPr lang="fr-FR"/>
              <a:t> — description du projet et instructions de démarrage.</a:t>
            </a:r>
          </a:p>
          <a:p>
            <a:r>
              <a:rPr lang="fr-FR" b="1"/>
              <a:t>PLAN-FORMATION.md</a:t>
            </a:r>
            <a:r>
              <a:rPr lang="fr-FR"/>
              <a:t> — index détaillé : chaque point du plan renvoie au fichier exact.</a:t>
            </a:r>
          </a:p>
          <a:p>
            <a:endParaRPr lang="fr-FR"/>
          </a:p>
          <a:p>
            <a:r>
              <a:rPr lang="fr-FR" b="1"/>
              <a:t>La démo live se fait directement dans l’éditeur, à partir des fichiers listés.</a:t>
            </a:r>
          </a:p>
        </p:txBody>
      </p:sp>
    </p:spTree>
    <p:extLst>
      <p:ext uri="{BB962C8B-B14F-4D97-AF65-F5344CB8AC3E}">
        <p14:creationId xmlns:p14="http://schemas.microsoft.com/office/powerpoint/2010/main" val="5935258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Generix">
      <a:dk1>
        <a:srgbClr val="002334"/>
      </a:dk1>
      <a:lt1>
        <a:srgbClr val="FFFFFF"/>
      </a:lt1>
      <a:dk2>
        <a:srgbClr val="002334"/>
      </a:dk2>
      <a:lt2>
        <a:srgbClr val="FFFFFF"/>
      </a:lt2>
      <a:accent1>
        <a:srgbClr val="F28A48"/>
      </a:accent1>
      <a:accent2>
        <a:srgbClr val="00A59A"/>
      </a:accent2>
      <a:accent3>
        <a:srgbClr val="E2A1AE"/>
      </a:accent3>
      <a:accent4>
        <a:srgbClr val="FFDA88"/>
      </a:accent4>
      <a:accent5>
        <a:srgbClr val="CCEDEB"/>
      </a:accent5>
      <a:accent6>
        <a:srgbClr val="FCE8DA"/>
      </a:accent6>
      <a:hlink>
        <a:srgbClr val="F28A48"/>
      </a:hlink>
      <a:folHlink>
        <a:srgbClr val="F28A48"/>
      </a:folHlink>
    </a:clrScheme>
    <a:fontScheme name="Generix">
      <a:majorFont>
        <a:latin typeface="General Sans"/>
        <a:ea typeface=""/>
        <a:cs typeface=""/>
      </a:majorFont>
      <a:minorFont>
        <a:latin typeface="Genera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1"/>
        </a:solidFill>
      </a:spPr>
      <a:bodyPr wrap="square" rtlCol="0" anchor="b" anchorCtr="0">
        <a:spAutoFit/>
      </a:bodyPr>
      <a:lstStyle>
        <a:defPPr algn="l">
          <a:defRPr sz="2000" b="1" dirty="0" err="1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1433</Words>
  <Application>Microsoft Office PowerPoint</Application>
  <PresentationFormat>Grand écran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General Sans</vt:lpstr>
      <vt:lpstr>General Sans Medium</vt:lpstr>
      <vt:lpstr>General Sans Semibold</vt:lpstr>
      <vt:lpstr>Thème Office</vt:lpstr>
      <vt:lpstr>Angular Training — Signals, détection, DI moderne &amp; smart/dumb</vt:lpstr>
      <vt:lpstr>Comment lancer le projet</vt:lpstr>
      <vt:lpstr>Points abordés</vt:lpstr>
      <vt:lpstr>Présentation PowerPoint</vt:lpstr>
      <vt:lpstr>Point 1 — Pourquoi les signals ?</vt:lpstr>
      <vt:lpstr>Contexte — zone.js et le mode zoneless</vt:lpstr>
      <vt:lpstr>Point 1 — Les opérateurs de signals</vt:lpstr>
      <vt:lpstr>Point 1 — Mettre à jour un signal : set() et update()</vt:lpstr>
      <vt:lpstr>Point 1 — Le rôle de chaque opérateur</vt:lpstr>
      <vt:lpstr>Point 1 — Données async : resource() et rxResource()</vt:lpstr>
      <vt:lpstr>Point 2 — Stratégie de détection des composants</vt:lpstr>
      <vt:lpstr>Point 3 — Injection de dépendances moderne</vt:lpstr>
      <vt:lpstr>Bonus — Les InjectionToken</vt:lpstr>
      <vt:lpstr>Point 4 — Pattern smart / dumb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GUYOT Ludovic</dc:creator>
  <cp:lastModifiedBy>GUYOT Ludovic</cp:lastModifiedBy>
  <cp:revision>2</cp:revision>
  <dcterms:created xsi:type="dcterms:W3CDTF">2026-09-14T13:27:48Z</dcterms:created>
  <dcterms:modified xsi:type="dcterms:W3CDTF">2026-09-24T07:42:23Z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68086ea-caf1-4961-b43d-0f6f21ad6ab2_Enabled">
    <vt:lpwstr>true</vt:lpwstr>
  </property>
  <property fmtid="{D5CDD505-2E9C-101B-9397-08002B2CF9AE}" pid="3" name="MSIP_Label_f68086ea-caf1-4961-b43d-0f6f21ad6ab2_SetDate">
    <vt:lpwstr>2026-09-14T14:05:06Z</vt:lpwstr>
  </property>
  <property fmtid="{D5CDD505-2E9C-101B-9397-08002B2CF9AE}" pid="4" name="MSIP_Label_f68086ea-caf1-4961-b43d-0f6f21ad6ab2_Method">
    <vt:lpwstr>Standard</vt:lpwstr>
  </property>
  <property fmtid="{D5CDD505-2E9C-101B-9397-08002B2CF9AE}" pid="5" name="MSIP_Label_f68086ea-caf1-4961-b43d-0f6f21ad6ab2_Name">
    <vt:lpwstr>C1 - Limited</vt:lpwstr>
  </property>
  <property fmtid="{D5CDD505-2E9C-101B-9397-08002B2CF9AE}" pid="6" name="MSIP_Label_f68086ea-caf1-4961-b43d-0f6f21ad6ab2_SiteId">
    <vt:lpwstr>b946d972-1c42-4162-843d-c53cabb46f12</vt:lpwstr>
  </property>
  <property fmtid="{D5CDD505-2E9C-101B-9397-08002B2CF9AE}" pid="7" name="MSIP_Label_f68086ea-caf1-4961-b43d-0f6f21ad6ab2_ActionId">
    <vt:lpwstr>3b861a85-c81f-4541-aaee-de50e0eeae45</vt:lpwstr>
  </property>
  <property fmtid="{D5CDD505-2E9C-101B-9397-08002B2CF9AE}" pid="8" name="MSIP_Label_f68086ea-caf1-4961-b43d-0f6f21ad6ab2_ContentBits">
    <vt:lpwstr>1</vt:lpwstr>
  </property>
  <property fmtid="{D5CDD505-2E9C-101B-9397-08002B2CF9AE}" pid="9" name="MSIP_Label_f68086ea-caf1-4961-b43d-0f6f21ad6ab2_Tag">
    <vt:lpwstr>10, 3, 0, 1</vt:lpwstr>
  </property>
  <property fmtid="{D5CDD505-2E9C-101B-9397-08002B2CF9AE}" pid="10" name="ClassificationContentMarkingHeaderLocations">
    <vt:lpwstr>Thème Office:6</vt:lpwstr>
  </property>
  <property fmtid="{D5CDD505-2E9C-101B-9397-08002B2CF9AE}" pid="11" name="ClassificationContentMarkingHeaderText">
    <vt:lpwstr>C1 - Internal</vt:lpwstr>
  </property>
</Properties>
</file>